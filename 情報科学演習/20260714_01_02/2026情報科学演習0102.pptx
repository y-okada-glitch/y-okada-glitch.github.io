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0"/>
  </p:notesMasterIdLst>
  <p:handoutMasterIdLst>
    <p:handoutMasterId r:id="rId51"/>
  </p:handoutMasterIdLst>
  <p:sldIdLst>
    <p:sldId id="256" r:id="rId2"/>
    <p:sldId id="279" r:id="rId3"/>
    <p:sldId id="284" r:id="rId4"/>
    <p:sldId id="305" r:id="rId5"/>
    <p:sldId id="296" r:id="rId6"/>
    <p:sldId id="298" r:id="rId7"/>
    <p:sldId id="291" r:id="rId8"/>
    <p:sldId id="288" r:id="rId9"/>
    <p:sldId id="259" r:id="rId10"/>
    <p:sldId id="306" r:id="rId11"/>
    <p:sldId id="258" r:id="rId12"/>
    <p:sldId id="300" r:id="rId13"/>
    <p:sldId id="285" r:id="rId14"/>
    <p:sldId id="286" r:id="rId15"/>
    <p:sldId id="264" r:id="rId16"/>
    <p:sldId id="274" r:id="rId17"/>
    <p:sldId id="301" r:id="rId18"/>
    <p:sldId id="287" r:id="rId19"/>
    <p:sldId id="307" r:id="rId20"/>
    <p:sldId id="275" r:id="rId21"/>
    <p:sldId id="308" r:id="rId22"/>
    <p:sldId id="269" r:id="rId23"/>
    <p:sldId id="270" r:id="rId24"/>
    <p:sldId id="272" r:id="rId25"/>
    <p:sldId id="299" r:id="rId26"/>
    <p:sldId id="280" r:id="rId27"/>
    <p:sldId id="281" r:id="rId28"/>
    <p:sldId id="273" r:id="rId29"/>
    <p:sldId id="1245" r:id="rId30"/>
    <p:sldId id="302" r:id="rId31"/>
    <p:sldId id="292" r:id="rId32"/>
    <p:sldId id="1241" r:id="rId33"/>
    <p:sldId id="277" r:id="rId34"/>
    <p:sldId id="293" r:id="rId35"/>
    <p:sldId id="309" r:id="rId36"/>
    <p:sldId id="371" r:id="rId37"/>
    <p:sldId id="278" r:id="rId38"/>
    <p:sldId id="310" r:id="rId39"/>
    <p:sldId id="260" r:id="rId40"/>
    <p:sldId id="1243" r:id="rId41"/>
    <p:sldId id="289" r:id="rId42"/>
    <p:sldId id="294" r:id="rId43"/>
    <p:sldId id="290" r:id="rId44"/>
    <p:sldId id="1244" r:id="rId45"/>
    <p:sldId id="257" r:id="rId46"/>
    <p:sldId id="303" r:id="rId47"/>
    <p:sldId id="261" r:id="rId48"/>
    <p:sldId id="1242" r:id="rId49"/>
  </p:sldIdLst>
  <p:sldSz cx="12192000" cy="6858000"/>
  <p:notesSz cx="6735763" cy="98663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5D675E-3DF3-4046-9593-B798E0D46E74}" v="35" dt="2026-07-12T02:03:25.0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921"/>
    <p:restoredTop sz="69452" autoAdjust="0"/>
  </p:normalViewPr>
  <p:slideViewPr>
    <p:cSldViewPr snapToGrid="0">
      <p:cViewPr varScale="1">
        <p:scale>
          <a:sx n="67" d="100"/>
          <a:sy n="67" d="100"/>
        </p:scale>
        <p:origin x="200" y="584"/>
      </p:cViewPr>
      <p:guideLst/>
    </p:cSldViewPr>
  </p:slideViewPr>
  <p:notesTextViewPr>
    <p:cViewPr>
      <p:scale>
        <a:sx n="1" d="1"/>
        <a:sy n="1" d="1"/>
      </p:scale>
      <p:origin x="0" y="0"/>
    </p:cViewPr>
  </p:notesTextViewPr>
  <p:sorterViewPr>
    <p:cViewPr varScale="1">
      <p:scale>
        <a:sx n="100" d="100"/>
        <a:sy n="100" d="100"/>
      </p:scale>
      <p:origin x="0" y="-5562"/>
    </p:cViewPr>
  </p:sorterViewPr>
  <p:notesViewPr>
    <p:cSldViewPr snapToGrid="0">
      <p:cViewPr varScale="1">
        <p:scale>
          <a:sx n="77" d="100"/>
          <a:sy n="77" d="100"/>
        </p:scale>
        <p:origin x="393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ita-NHS y-okada" userId="5019df06-39ab-46e9-a3c9-7ad904e0be91" providerId="ADAL" clId="{66B4A2BB-A7DA-4709-85A4-03515CDF7DB5}"/>
    <pc:docChg chg="custSel modSld modMainMaster modNotesMaster">
      <pc:chgData name="Oita-NHS y-okada" userId="5019df06-39ab-46e9-a3c9-7ad904e0be91" providerId="ADAL" clId="{66B4A2BB-A7DA-4709-85A4-03515CDF7DB5}" dt="2026-07-07T02:17:37.859" v="42" actId="14100"/>
      <pc:docMkLst>
        <pc:docMk/>
      </pc:docMkLst>
      <pc:sldChg chg="modSp">
        <pc:chgData name="Oita-NHS y-okada" userId="5019df06-39ab-46e9-a3c9-7ad904e0be91" providerId="ADAL" clId="{66B4A2BB-A7DA-4709-85A4-03515CDF7DB5}" dt="2026-07-07T02:15:16.573" v="10"/>
        <pc:sldMkLst>
          <pc:docMk/>
          <pc:sldMk cId="42112179" sldId="256"/>
        </pc:sldMkLst>
        <pc:spChg chg="mod">
          <ac:chgData name="Oita-NHS y-okada" userId="5019df06-39ab-46e9-a3c9-7ad904e0be91" providerId="ADAL" clId="{66B4A2BB-A7DA-4709-85A4-03515CDF7DB5}" dt="2026-07-07T02:15:16.573" v="10"/>
          <ac:spMkLst>
            <pc:docMk/>
            <pc:sldMk cId="42112179" sldId="256"/>
            <ac:spMk id="2" creationId="{00000000-0000-0000-0000-000000000000}"/>
          </ac:spMkLst>
        </pc:spChg>
        <pc:spChg chg="mod">
          <ac:chgData name="Oita-NHS y-okada" userId="5019df06-39ab-46e9-a3c9-7ad904e0be91" providerId="ADAL" clId="{66B4A2BB-A7DA-4709-85A4-03515CDF7DB5}" dt="2026-07-07T02:15:16.573" v="10"/>
          <ac:spMkLst>
            <pc:docMk/>
            <pc:sldMk cId="42112179" sldId="256"/>
            <ac:spMk id="3" creationId="{00000000-0000-0000-0000-000000000000}"/>
          </ac:spMkLst>
        </pc:spChg>
      </pc:sldChg>
      <pc:sldChg chg="modSp">
        <pc:chgData name="Oita-NHS y-okada" userId="5019df06-39ab-46e9-a3c9-7ad904e0be91" providerId="ADAL" clId="{66B4A2BB-A7DA-4709-85A4-03515CDF7DB5}" dt="2026-07-07T02:15:16.573" v="10"/>
        <pc:sldMkLst>
          <pc:docMk/>
          <pc:sldMk cId="2094345292" sldId="257"/>
        </pc:sldMkLst>
        <pc:spChg chg="mod">
          <ac:chgData name="Oita-NHS y-okada" userId="5019df06-39ab-46e9-a3c9-7ad904e0be91" providerId="ADAL" clId="{66B4A2BB-A7DA-4709-85A4-03515CDF7DB5}" dt="2026-07-07T02:15:16.573" v="10"/>
          <ac:spMkLst>
            <pc:docMk/>
            <pc:sldMk cId="2094345292" sldId="257"/>
            <ac:spMk id="2" creationId="{00000000-0000-0000-0000-000000000000}"/>
          </ac:spMkLst>
        </pc:spChg>
        <pc:spChg chg="mod">
          <ac:chgData name="Oita-NHS y-okada" userId="5019df06-39ab-46e9-a3c9-7ad904e0be91" providerId="ADAL" clId="{66B4A2BB-A7DA-4709-85A4-03515CDF7DB5}" dt="2026-07-07T02:15:16.573" v="10"/>
          <ac:spMkLst>
            <pc:docMk/>
            <pc:sldMk cId="2094345292" sldId="257"/>
            <ac:spMk id="3" creationId="{00000000-0000-0000-0000-000000000000}"/>
          </ac:spMkLst>
        </pc:spChg>
        <pc:picChg chg="mod">
          <ac:chgData name="Oita-NHS y-okada" userId="5019df06-39ab-46e9-a3c9-7ad904e0be91" providerId="ADAL" clId="{66B4A2BB-A7DA-4709-85A4-03515CDF7DB5}" dt="2026-07-07T02:15:16.573" v="10"/>
          <ac:picMkLst>
            <pc:docMk/>
            <pc:sldMk cId="2094345292" sldId="257"/>
            <ac:picMk id="4" creationId="{00000000-0000-0000-0000-000000000000}"/>
          </ac:picMkLst>
        </pc:picChg>
        <pc:picChg chg="mod">
          <ac:chgData name="Oita-NHS y-okada" userId="5019df06-39ab-46e9-a3c9-7ad904e0be91" providerId="ADAL" clId="{66B4A2BB-A7DA-4709-85A4-03515CDF7DB5}" dt="2026-07-07T02:15:16.573" v="10"/>
          <ac:picMkLst>
            <pc:docMk/>
            <pc:sldMk cId="2094345292" sldId="257"/>
            <ac:picMk id="5" creationId="{00000000-0000-0000-0000-000000000000}"/>
          </ac:picMkLst>
        </pc:picChg>
      </pc:sldChg>
      <pc:sldChg chg="modSp modNotes">
        <pc:chgData name="Oita-NHS y-okada" userId="5019df06-39ab-46e9-a3c9-7ad904e0be91" providerId="ADAL" clId="{66B4A2BB-A7DA-4709-85A4-03515CDF7DB5}" dt="2026-07-07T02:15:16.573" v="10"/>
        <pc:sldMkLst>
          <pc:docMk/>
          <pc:sldMk cId="3059117941" sldId="258"/>
        </pc:sldMkLst>
        <pc:spChg chg="mod">
          <ac:chgData name="Oita-NHS y-okada" userId="5019df06-39ab-46e9-a3c9-7ad904e0be91" providerId="ADAL" clId="{66B4A2BB-A7DA-4709-85A4-03515CDF7DB5}" dt="2026-07-07T02:15:16.573" v="10"/>
          <ac:spMkLst>
            <pc:docMk/>
            <pc:sldMk cId="3059117941" sldId="258"/>
            <ac:spMk id="2" creationId="{00000000-0000-0000-0000-000000000000}"/>
          </ac:spMkLst>
        </pc:spChg>
        <pc:spChg chg="mod">
          <ac:chgData name="Oita-NHS y-okada" userId="5019df06-39ab-46e9-a3c9-7ad904e0be91" providerId="ADAL" clId="{66B4A2BB-A7DA-4709-85A4-03515CDF7DB5}" dt="2026-07-07T02:15:16.573" v="10"/>
          <ac:spMkLst>
            <pc:docMk/>
            <pc:sldMk cId="3059117941" sldId="258"/>
            <ac:spMk id="3" creationId="{00000000-0000-0000-0000-000000000000}"/>
          </ac:spMkLst>
        </pc:spChg>
        <pc:spChg chg="mod">
          <ac:chgData name="Oita-NHS y-okada" userId="5019df06-39ab-46e9-a3c9-7ad904e0be91" providerId="ADAL" clId="{66B4A2BB-A7DA-4709-85A4-03515CDF7DB5}" dt="2026-07-07T02:15:16.573" v="10"/>
          <ac:spMkLst>
            <pc:docMk/>
            <pc:sldMk cId="3059117941" sldId="258"/>
            <ac:spMk id="10" creationId="{00000000-0000-0000-0000-000000000000}"/>
          </ac:spMkLst>
        </pc:spChg>
        <pc:spChg chg="mod">
          <ac:chgData name="Oita-NHS y-okada" userId="5019df06-39ab-46e9-a3c9-7ad904e0be91" providerId="ADAL" clId="{66B4A2BB-A7DA-4709-85A4-03515CDF7DB5}" dt="2026-07-07T02:15:16.573" v="10"/>
          <ac:spMkLst>
            <pc:docMk/>
            <pc:sldMk cId="3059117941" sldId="258"/>
            <ac:spMk id="11" creationId="{00000000-0000-0000-0000-000000000000}"/>
          </ac:spMkLst>
        </pc:spChg>
        <pc:picChg chg="mod">
          <ac:chgData name="Oita-NHS y-okada" userId="5019df06-39ab-46e9-a3c9-7ad904e0be91" providerId="ADAL" clId="{66B4A2BB-A7DA-4709-85A4-03515CDF7DB5}" dt="2026-07-07T02:15:16.573" v="10"/>
          <ac:picMkLst>
            <pc:docMk/>
            <pc:sldMk cId="3059117941" sldId="258"/>
            <ac:picMk id="4" creationId="{00000000-0000-0000-0000-000000000000}"/>
          </ac:picMkLst>
        </pc:picChg>
        <pc:picChg chg="mod">
          <ac:chgData name="Oita-NHS y-okada" userId="5019df06-39ab-46e9-a3c9-7ad904e0be91" providerId="ADAL" clId="{66B4A2BB-A7DA-4709-85A4-03515CDF7DB5}" dt="2026-07-07T02:15:16.573" v="10"/>
          <ac:picMkLst>
            <pc:docMk/>
            <pc:sldMk cId="3059117941" sldId="258"/>
            <ac:picMk id="5" creationId="{00000000-0000-0000-0000-000000000000}"/>
          </ac:picMkLst>
        </pc:picChg>
        <pc:picChg chg="mod">
          <ac:chgData name="Oita-NHS y-okada" userId="5019df06-39ab-46e9-a3c9-7ad904e0be91" providerId="ADAL" clId="{66B4A2BB-A7DA-4709-85A4-03515CDF7DB5}" dt="2026-07-07T02:15:16.573" v="10"/>
          <ac:picMkLst>
            <pc:docMk/>
            <pc:sldMk cId="3059117941" sldId="258"/>
            <ac:picMk id="6" creationId="{00000000-0000-0000-0000-000000000000}"/>
          </ac:picMkLst>
        </pc:picChg>
        <pc:picChg chg="mod">
          <ac:chgData name="Oita-NHS y-okada" userId="5019df06-39ab-46e9-a3c9-7ad904e0be91" providerId="ADAL" clId="{66B4A2BB-A7DA-4709-85A4-03515CDF7DB5}" dt="2026-07-07T02:15:16.573" v="10"/>
          <ac:picMkLst>
            <pc:docMk/>
            <pc:sldMk cId="3059117941" sldId="258"/>
            <ac:picMk id="7" creationId="{00000000-0000-0000-0000-000000000000}"/>
          </ac:picMkLst>
        </pc:picChg>
        <pc:picChg chg="mod">
          <ac:chgData name="Oita-NHS y-okada" userId="5019df06-39ab-46e9-a3c9-7ad904e0be91" providerId="ADAL" clId="{66B4A2BB-A7DA-4709-85A4-03515CDF7DB5}" dt="2026-07-07T02:15:16.573" v="10"/>
          <ac:picMkLst>
            <pc:docMk/>
            <pc:sldMk cId="3059117941" sldId="258"/>
            <ac:picMk id="8" creationId="{00000000-0000-0000-0000-000000000000}"/>
          </ac:picMkLst>
        </pc:picChg>
        <pc:picChg chg="mod">
          <ac:chgData name="Oita-NHS y-okada" userId="5019df06-39ab-46e9-a3c9-7ad904e0be91" providerId="ADAL" clId="{66B4A2BB-A7DA-4709-85A4-03515CDF7DB5}" dt="2026-07-07T02:15:16.573" v="10"/>
          <ac:picMkLst>
            <pc:docMk/>
            <pc:sldMk cId="3059117941" sldId="258"/>
            <ac:picMk id="9" creationId="{00000000-0000-0000-0000-000000000000}"/>
          </ac:picMkLst>
        </pc:picChg>
      </pc:sldChg>
      <pc:sldChg chg="modSp mod modNotes">
        <pc:chgData name="Oita-NHS y-okada" userId="5019df06-39ab-46e9-a3c9-7ad904e0be91" providerId="ADAL" clId="{66B4A2BB-A7DA-4709-85A4-03515CDF7DB5}" dt="2026-07-07T02:15:42.427" v="33" actId="27636"/>
        <pc:sldMkLst>
          <pc:docMk/>
          <pc:sldMk cId="3800743175" sldId="259"/>
        </pc:sldMkLst>
        <pc:spChg chg="mod">
          <ac:chgData name="Oita-NHS y-okada" userId="5019df06-39ab-46e9-a3c9-7ad904e0be91" providerId="ADAL" clId="{66B4A2BB-A7DA-4709-85A4-03515CDF7DB5}" dt="2026-07-07T02:15:42.427" v="33" actId="27636"/>
          <ac:spMkLst>
            <pc:docMk/>
            <pc:sldMk cId="3800743175" sldId="259"/>
            <ac:spMk id="2" creationId="{00000000-0000-0000-0000-000000000000}"/>
          </ac:spMkLst>
        </pc:spChg>
        <pc:spChg chg="mod">
          <ac:chgData name="Oita-NHS y-okada" userId="5019df06-39ab-46e9-a3c9-7ad904e0be91" providerId="ADAL" clId="{66B4A2BB-A7DA-4709-85A4-03515CDF7DB5}" dt="2026-07-07T02:15:16.573" v="10"/>
          <ac:spMkLst>
            <pc:docMk/>
            <pc:sldMk cId="3800743175" sldId="259"/>
            <ac:spMk id="3" creationId="{00000000-0000-0000-0000-000000000000}"/>
          </ac:spMkLst>
        </pc:spChg>
        <pc:picChg chg="mod">
          <ac:chgData name="Oita-NHS y-okada" userId="5019df06-39ab-46e9-a3c9-7ad904e0be91" providerId="ADAL" clId="{66B4A2BB-A7DA-4709-85A4-03515CDF7DB5}" dt="2026-07-07T02:15:16.573" v="10"/>
          <ac:picMkLst>
            <pc:docMk/>
            <pc:sldMk cId="3800743175" sldId="259"/>
            <ac:picMk id="4" creationId="{00000000-0000-0000-0000-000000000000}"/>
          </ac:picMkLst>
        </pc:picChg>
      </pc:sldChg>
      <pc:sldChg chg="modSp mod">
        <pc:chgData name="Oita-NHS y-okada" userId="5019df06-39ab-46e9-a3c9-7ad904e0be91" providerId="ADAL" clId="{66B4A2BB-A7DA-4709-85A4-03515CDF7DB5}" dt="2026-07-07T02:15:42.492" v="40" actId="27636"/>
        <pc:sldMkLst>
          <pc:docMk/>
          <pc:sldMk cId="640586053" sldId="260"/>
        </pc:sldMkLst>
        <pc:spChg chg="mod">
          <ac:chgData name="Oita-NHS y-okada" userId="5019df06-39ab-46e9-a3c9-7ad904e0be91" providerId="ADAL" clId="{66B4A2BB-A7DA-4709-85A4-03515CDF7DB5}" dt="2026-07-07T02:15:42.492" v="40" actId="27636"/>
          <ac:spMkLst>
            <pc:docMk/>
            <pc:sldMk cId="640586053" sldId="260"/>
            <ac:spMk id="2" creationId="{00000000-0000-0000-0000-000000000000}"/>
          </ac:spMkLst>
        </pc:spChg>
        <pc:spChg chg="mod">
          <ac:chgData name="Oita-NHS y-okada" userId="5019df06-39ab-46e9-a3c9-7ad904e0be91" providerId="ADAL" clId="{66B4A2BB-A7DA-4709-85A4-03515CDF7DB5}" dt="2026-07-07T02:15:16.974" v="27" actId="27636"/>
          <ac:spMkLst>
            <pc:docMk/>
            <pc:sldMk cId="640586053" sldId="260"/>
            <ac:spMk id="3" creationId="{00000000-0000-0000-0000-000000000000}"/>
          </ac:spMkLst>
        </pc:spChg>
      </pc:sldChg>
      <pc:sldChg chg="modSp mod">
        <pc:chgData name="Oita-NHS y-okada" userId="5019df06-39ab-46e9-a3c9-7ad904e0be91" providerId="ADAL" clId="{66B4A2BB-A7DA-4709-85A4-03515CDF7DB5}" dt="2026-07-07T02:15:16.984" v="29" actId="27636"/>
        <pc:sldMkLst>
          <pc:docMk/>
          <pc:sldMk cId="2047788846" sldId="261"/>
        </pc:sldMkLst>
        <pc:spChg chg="mod">
          <ac:chgData name="Oita-NHS y-okada" userId="5019df06-39ab-46e9-a3c9-7ad904e0be91" providerId="ADAL" clId="{66B4A2BB-A7DA-4709-85A4-03515CDF7DB5}" dt="2026-07-07T02:15:16.573" v="10"/>
          <ac:spMkLst>
            <pc:docMk/>
            <pc:sldMk cId="2047788846" sldId="261"/>
            <ac:spMk id="2" creationId="{00000000-0000-0000-0000-000000000000}"/>
          </ac:spMkLst>
        </pc:spChg>
        <pc:spChg chg="mod">
          <ac:chgData name="Oita-NHS y-okada" userId="5019df06-39ab-46e9-a3c9-7ad904e0be91" providerId="ADAL" clId="{66B4A2BB-A7DA-4709-85A4-03515CDF7DB5}" dt="2026-07-07T02:15:16.984" v="29" actId="27636"/>
          <ac:spMkLst>
            <pc:docMk/>
            <pc:sldMk cId="2047788846" sldId="261"/>
            <ac:spMk id="3" creationId="{00000000-0000-0000-0000-000000000000}"/>
          </ac:spMkLst>
        </pc:spChg>
      </pc:sldChg>
      <pc:sldChg chg="modSp mod">
        <pc:chgData name="Oita-NHS y-okada" userId="5019df06-39ab-46e9-a3c9-7ad904e0be91" providerId="ADAL" clId="{66B4A2BB-A7DA-4709-85A4-03515CDF7DB5}" dt="2026-07-07T02:15:42.444" v="34" actId="27636"/>
        <pc:sldMkLst>
          <pc:docMk/>
          <pc:sldMk cId="3711937897" sldId="264"/>
        </pc:sldMkLst>
        <pc:spChg chg="mod">
          <ac:chgData name="Oita-NHS y-okada" userId="5019df06-39ab-46e9-a3c9-7ad904e0be91" providerId="ADAL" clId="{66B4A2BB-A7DA-4709-85A4-03515CDF7DB5}" dt="2026-07-07T02:15:16.573" v="10"/>
          <ac:spMkLst>
            <pc:docMk/>
            <pc:sldMk cId="3711937897" sldId="264"/>
            <ac:spMk id="2" creationId="{00000000-0000-0000-0000-000000000000}"/>
          </ac:spMkLst>
        </pc:spChg>
        <pc:spChg chg="mod">
          <ac:chgData name="Oita-NHS y-okada" userId="5019df06-39ab-46e9-a3c9-7ad904e0be91" providerId="ADAL" clId="{66B4A2BB-A7DA-4709-85A4-03515CDF7DB5}" dt="2026-07-07T02:15:42.444" v="34" actId="27636"/>
          <ac:spMkLst>
            <pc:docMk/>
            <pc:sldMk cId="3711937897" sldId="264"/>
            <ac:spMk id="3" creationId="{00000000-0000-0000-0000-000000000000}"/>
          </ac:spMkLst>
        </pc:spChg>
      </pc:sldChg>
      <pc:sldChg chg="modSp">
        <pc:chgData name="Oita-NHS y-okada" userId="5019df06-39ab-46e9-a3c9-7ad904e0be91" providerId="ADAL" clId="{66B4A2BB-A7DA-4709-85A4-03515CDF7DB5}" dt="2026-07-07T02:15:16.573" v="10"/>
        <pc:sldMkLst>
          <pc:docMk/>
          <pc:sldMk cId="58556187" sldId="269"/>
        </pc:sldMkLst>
        <pc:spChg chg="mod">
          <ac:chgData name="Oita-NHS y-okada" userId="5019df06-39ab-46e9-a3c9-7ad904e0be91" providerId="ADAL" clId="{66B4A2BB-A7DA-4709-85A4-03515CDF7DB5}" dt="2026-07-07T02:15:16.573" v="10"/>
          <ac:spMkLst>
            <pc:docMk/>
            <pc:sldMk cId="58556187" sldId="269"/>
            <ac:spMk id="2" creationId="{00000000-0000-0000-0000-000000000000}"/>
          </ac:spMkLst>
        </pc:spChg>
        <pc:spChg chg="mod">
          <ac:chgData name="Oita-NHS y-okada" userId="5019df06-39ab-46e9-a3c9-7ad904e0be91" providerId="ADAL" clId="{66B4A2BB-A7DA-4709-85A4-03515CDF7DB5}" dt="2026-07-07T02:15:16.573" v="10"/>
          <ac:spMkLst>
            <pc:docMk/>
            <pc:sldMk cId="58556187" sldId="269"/>
            <ac:spMk id="3" creationId="{00000000-0000-0000-0000-000000000000}"/>
          </ac:spMkLst>
        </pc:spChg>
        <pc:picChg chg="mod">
          <ac:chgData name="Oita-NHS y-okada" userId="5019df06-39ab-46e9-a3c9-7ad904e0be91" providerId="ADAL" clId="{66B4A2BB-A7DA-4709-85A4-03515CDF7DB5}" dt="2026-07-07T02:15:16.573" v="10"/>
          <ac:picMkLst>
            <pc:docMk/>
            <pc:sldMk cId="58556187" sldId="269"/>
            <ac:picMk id="5" creationId="{00000000-0000-0000-0000-000000000000}"/>
          </ac:picMkLst>
        </pc:picChg>
      </pc:sldChg>
      <pc:sldChg chg="modSp">
        <pc:chgData name="Oita-NHS y-okada" userId="5019df06-39ab-46e9-a3c9-7ad904e0be91" providerId="ADAL" clId="{66B4A2BB-A7DA-4709-85A4-03515CDF7DB5}" dt="2026-07-07T02:15:16.573" v="10"/>
        <pc:sldMkLst>
          <pc:docMk/>
          <pc:sldMk cId="1595024876" sldId="270"/>
        </pc:sldMkLst>
        <pc:spChg chg="mod">
          <ac:chgData name="Oita-NHS y-okada" userId="5019df06-39ab-46e9-a3c9-7ad904e0be91" providerId="ADAL" clId="{66B4A2BB-A7DA-4709-85A4-03515CDF7DB5}" dt="2026-07-07T02:15:16.573" v="10"/>
          <ac:spMkLst>
            <pc:docMk/>
            <pc:sldMk cId="1595024876" sldId="270"/>
            <ac:spMk id="2" creationId="{00000000-0000-0000-0000-000000000000}"/>
          </ac:spMkLst>
        </pc:spChg>
        <pc:spChg chg="mod">
          <ac:chgData name="Oita-NHS y-okada" userId="5019df06-39ab-46e9-a3c9-7ad904e0be91" providerId="ADAL" clId="{66B4A2BB-A7DA-4709-85A4-03515CDF7DB5}" dt="2026-07-07T02:15:16.573" v="10"/>
          <ac:spMkLst>
            <pc:docMk/>
            <pc:sldMk cId="1595024876" sldId="270"/>
            <ac:spMk id="3" creationId="{00000000-0000-0000-0000-000000000000}"/>
          </ac:spMkLst>
        </pc:spChg>
      </pc:sldChg>
      <pc:sldChg chg="modSp mod">
        <pc:chgData name="Oita-NHS y-okada" userId="5019df06-39ab-46e9-a3c9-7ad904e0be91" providerId="ADAL" clId="{66B4A2BB-A7DA-4709-85A4-03515CDF7DB5}" dt="2026-07-07T02:15:16.904" v="22" actId="27636"/>
        <pc:sldMkLst>
          <pc:docMk/>
          <pc:sldMk cId="2368684339" sldId="272"/>
        </pc:sldMkLst>
        <pc:spChg chg="mod">
          <ac:chgData name="Oita-NHS y-okada" userId="5019df06-39ab-46e9-a3c9-7ad904e0be91" providerId="ADAL" clId="{66B4A2BB-A7DA-4709-85A4-03515CDF7DB5}" dt="2026-07-07T02:15:16.573" v="10"/>
          <ac:spMkLst>
            <pc:docMk/>
            <pc:sldMk cId="2368684339" sldId="272"/>
            <ac:spMk id="2" creationId="{00000000-0000-0000-0000-000000000000}"/>
          </ac:spMkLst>
        </pc:spChg>
        <pc:spChg chg="mod">
          <ac:chgData name="Oita-NHS y-okada" userId="5019df06-39ab-46e9-a3c9-7ad904e0be91" providerId="ADAL" clId="{66B4A2BB-A7DA-4709-85A4-03515CDF7DB5}" dt="2026-07-07T02:15:16.904" v="22" actId="27636"/>
          <ac:spMkLst>
            <pc:docMk/>
            <pc:sldMk cId="2368684339" sldId="272"/>
            <ac:spMk id="3" creationId="{00000000-0000-0000-0000-000000000000}"/>
          </ac:spMkLst>
        </pc:spChg>
        <pc:spChg chg="mod">
          <ac:chgData name="Oita-NHS y-okada" userId="5019df06-39ab-46e9-a3c9-7ad904e0be91" providerId="ADAL" clId="{66B4A2BB-A7DA-4709-85A4-03515CDF7DB5}" dt="2026-07-07T02:15:16.573" v="10"/>
          <ac:spMkLst>
            <pc:docMk/>
            <pc:sldMk cId="2368684339" sldId="272"/>
            <ac:spMk id="4" creationId="{00000000-0000-0000-0000-000000000000}"/>
          </ac:spMkLst>
        </pc:spChg>
      </pc:sldChg>
      <pc:sldChg chg="modSp mod">
        <pc:chgData name="Oita-NHS y-okada" userId="5019df06-39ab-46e9-a3c9-7ad904e0be91" providerId="ADAL" clId="{66B4A2BB-A7DA-4709-85A4-03515CDF7DB5}" dt="2026-07-07T02:15:16.952" v="25" actId="27636"/>
        <pc:sldMkLst>
          <pc:docMk/>
          <pc:sldMk cId="1492409807" sldId="273"/>
        </pc:sldMkLst>
        <pc:spChg chg="mod">
          <ac:chgData name="Oita-NHS y-okada" userId="5019df06-39ab-46e9-a3c9-7ad904e0be91" providerId="ADAL" clId="{66B4A2BB-A7DA-4709-85A4-03515CDF7DB5}" dt="2026-07-07T02:15:16.573" v="10"/>
          <ac:spMkLst>
            <pc:docMk/>
            <pc:sldMk cId="1492409807" sldId="273"/>
            <ac:spMk id="2" creationId="{00000000-0000-0000-0000-000000000000}"/>
          </ac:spMkLst>
        </pc:spChg>
        <pc:spChg chg="mod">
          <ac:chgData name="Oita-NHS y-okada" userId="5019df06-39ab-46e9-a3c9-7ad904e0be91" providerId="ADAL" clId="{66B4A2BB-A7DA-4709-85A4-03515CDF7DB5}" dt="2026-07-07T02:15:16.952" v="25" actId="27636"/>
          <ac:spMkLst>
            <pc:docMk/>
            <pc:sldMk cId="1492409807" sldId="273"/>
            <ac:spMk id="3" creationId="{00000000-0000-0000-0000-000000000000}"/>
          </ac:spMkLst>
        </pc:spChg>
        <pc:spChg chg="mod">
          <ac:chgData name="Oita-NHS y-okada" userId="5019df06-39ab-46e9-a3c9-7ad904e0be91" providerId="ADAL" clId="{66B4A2BB-A7DA-4709-85A4-03515CDF7DB5}" dt="2026-07-07T02:15:16.573" v="10"/>
          <ac:spMkLst>
            <pc:docMk/>
            <pc:sldMk cId="1492409807" sldId="273"/>
            <ac:spMk id="4" creationId="{00000000-0000-0000-0000-000000000000}"/>
          </ac:spMkLst>
        </pc:spChg>
      </pc:sldChg>
      <pc:sldChg chg="modSp mod modNotes">
        <pc:chgData name="Oita-NHS y-okada" userId="5019df06-39ab-46e9-a3c9-7ad904e0be91" providerId="ADAL" clId="{66B4A2BB-A7DA-4709-85A4-03515CDF7DB5}" dt="2026-07-07T02:15:42.444" v="35" actId="27636"/>
        <pc:sldMkLst>
          <pc:docMk/>
          <pc:sldMk cId="191504062" sldId="274"/>
        </pc:sldMkLst>
        <pc:spChg chg="mod">
          <ac:chgData name="Oita-NHS y-okada" userId="5019df06-39ab-46e9-a3c9-7ad904e0be91" providerId="ADAL" clId="{66B4A2BB-A7DA-4709-85A4-03515CDF7DB5}" dt="2026-07-07T02:15:16.573" v="10"/>
          <ac:spMkLst>
            <pc:docMk/>
            <pc:sldMk cId="191504062" sldId="274"/>
            <ac:spMk id="2" creationId="{00000000-0000-0000-0000-000000000000}"/>
          </ac:spMkLst>
        </pc:spChg>
        <pc:spChg chg="mod">
          <ac:chgData name="Oita-NHS y-okada" userId="5019df06-39ab-46e9-a3c9-7ad904e0be91" providerId="ADAL" clId="{66B4A2BB-A7DA-4709-85A4-03515CDF7DB5}" dt="2026-07-07T02:15:42.444" v="35" actId="27636"/>
          <ac:spMkLst>
            <pc:docMk/>
            <pc:sldMk cId="191504062" sldId="274"/>
            <ac:spMk id="3" creationId="{00000000-0000-0000-0000-000000000000}"/>
          </ac:spMkLst>
        </pc:spChg>
        <pc:picChg chg="mod">
          <ac:chgData name="Oita-NHS y-okada" userId="5019df06-39ab-46e9-a3c9-7ad904e0be91" providerId="ADAL" clId="{66B4A2BB-A7DA-4709-85A4-03515CDF7DB5}" dt="2026-07-07T02:15:16.573" v="10"/>
          <ac:picMkLst>
            <pc:docMk/>
            <pc:sldMk cId="191504062" sldId="274"/>
            <ac:picMk id="4" creationId="{00000000-0000-0000-0000-000000000000}"/>
          </ac:picMkLst>
        </pc:picChg>
        <pc:picChg chg="mod">
          <ac:chgData name="Oita-NHS y-okada" userId="5019df06-39ab-46e9-a3c9-7ad904e0be91" providerId="ADAL" clId="{66B4A2BB-A7DA-4709-85A4-03515CDF7DB5}" dt="2026-07-07T02:15:16.573" v="10"/>
          <ac:picMkLst>
            <pc:docMk/>
            <pc:sldMk cId="191504062" sldId="274"/>
            <ac:picMk id="5" creationId="{00000000-0000-0000-0000-000000000000}"/>
          </ac:picMkLst>
        </pc:picChg>
      </pc:sldChg>
      <pc:sldChg chg="modSp mod">
        <pc:chgData name="Oita-NHS y-okada" userId="5019df06-39ab-46e9-a3c9-7ad904e0be91" providerId="ADAL" clId="{66B4A2BB-A7DA-4709-85A4-03515CDF7DB5}" dt="2026-07-07T02:15:42.444" v="37" actId="27636"/>
        <pc:sldMkLst>
          <pc:docMk/>
          <pc:sldMk cId="1404171874" sldId="275"/>
        </pc:sldMkLst>
        <pc:spChg chg="mod">
          <ac:chgData name="Oita-NHS y-okada" userId="5019df06-39ab-46e9-a3c9-7ad904e0be91" providerId="ADAL" clId="{66B4A2BB-A7DA-4709-85A4-03515CDF7DB5}" dt="2026-07-07T02:15:42.444" v="37" actId="27636"/>
          <ac:spMkLst>
            <pc:docMk/>
            <pc:sldMk cId="1404171874" sldId="275"/>
            <ac:spMk id="2" creationId="{00000000-0000-0000-0000-000000000000}"/>
          </ac:spMkLst>
        </pc:spChg>
        <pc:spChg chg="mod">
          <ac:chgData name="Oita-NHS y-okada" userId="5019df06-39ab-46e9-a3c9-7ad904e0be91" providerId="ADAL" clId="{66B4A2BB-A7DA-4709-85A4-03515CDF7DB5}" dt="2026-07-07T02:15:16.573" v="10"/>
          <ac:spMkLst>
            <pc:docMk/>
            <pc:sldMk cId="1404171874" sldId="275"/>
            <ac:spMk id="3" creationId="{00000000-0000-0000-0000-000000000000}"/>
          </ac:spMkLst>
        </pc:spChg>
      </pc:sldChg>
      <pc:sldChg chg="modSp mod">
        <pc:chgData name="Oita-NHS y-okada" userId="5019df06-39ab-46e9-a3c9-7ad904e0be91" providerId="ADAL" clId="{66B4A2BB-A7DA-4709-85A4-03515CDF7DB5}" dt="2026-07-07T02:15:42.485" v="39" actId="27636"/>
        <pc:sldMkLst>
          <pc:docMk/>
          <pc:sldMk cId="3862317972" sldId="277"/>
        </pc:sldMkLst>
        <pc:spChg chg="mod">
          <ac:chgData name="Oita-NHS y-okada" userId="5019df06-39ab-46e9-a3c9-7ad904e0be91" providerId="ADAL" clId="{66B4A2BB-A7DA-4709-85A4-03515CDF7DB5}" dt="2026-07-07T02:15:16.573" v="10"/>
          <ac:spMkLst>
            <pc:docMk/>
            <pc:sldMk cId="3862317972" sldId="277"/>
            <ac:spMk id="2" creationId="{00000000-0000-0000-0000-000000000000}"/>
          </ac:spMkLst>
        </pc:spChg>
        <pc:spChg chg="mod">
          <ac:chgData name="Oita-NHS y-okada" userId="5019df06-39ab-46e9-a3c9-7ad904e0be91" providerId="ADAL" clId="{66B4A2BB-A7DA-4709-85A4-03515CDF7DB5}" dt="2026-07-07T02:15:42.485" v="39" actId="27636"/>
          <ac:spMkLst>
            <pc:docMk/>
            <pc:sldMk cId="3862317972" sldId="277"/>
            <ac:spMk id="3" creationId="{00000000-0000-0000-0000-000000000000}"/>
          </ac:spMkLst>
        </pc:spChg>
      </pc:sldChg>
      <pc:sldChg chg="modSp">
        <pc:chgData name="Oita-NHS y-okada" userId="5019df06-39ab-46e9-a3c9-7ad904e0be91" providerId="ADAL" clId="{66B4A2BB-A7DA-4709-85A4-03515CDF7DB5}" dt="2026-07-07T02:15:16.573" v="10"/>
        <pc:sldMkLst>
          <pc:docMk/>
          <pc:sldMk cId="115126777" sldId="278"/>
        </pc:sldMkLst>
        <pc:spChg chg="mod">
          <ac:chgData name="Oita-NHS y-okada" userId="5019df06-39ab-46e9-a3c9-7ad904e0be91" providerId="ADAL" clId="{66B4A2BB-A7DA-4709-85A4-03515CDF7DB5}" dt="2026-07-07T02:15:16.573" v="10"/>
          <ac:spMkLst>
            <pc:docMk/>
            <pc:sldMk cId="115126777" sldId="278"/>
            <ac:spMk id="2" creationId="{00000000-0000-0000-0000-000000000000}"/>
          </ac:spMkLst>
        </pc:spChg>
        <pc:spChg chg="mod">
          <ac:chgData name="Oita-NHS y-okada" userId="5019df06-39ab-46e9-a3c9-7ad904e0be91" providerId="ADAL" clId="{66B4A2BB-A7DA-4709-85A4-03515CDF7DB5}" dt="2026-07-07T02:15:16.573" v="10"/>
          <ac:spMkLst>
            <pc:docMk/>
            <pc:sldMk cId="115126777" sldId="278"/>
            <ac:spMk id="3" creationId="{00000000-0000-0000-0000-000000000000}"/>
          </ac:spMkLst>
        </pc:spChg>
      </pc:sldChg>
      <pc:sldChg chg="modSp mod">
        <pc:chgData name="Oita-NHS y-okada" userId="5019df06-39ab-46e9-a3c9-7ad904e0be91" providerId="ADAL" clId="{66B4A2BB-A7DA-4709-85A4-03515CDF7DB5}" dt="2026-07-07T02:15:42.396" v="30" actId="27636"/>
        <pc:sldMkLst>
          <pc:docMk/>
          <pc:sldMk cId="2499023219" sldId="279"/>
        </pc:sldMkLst>
        <pc:spChg chg="mod">
          <ac:chgData name="Oita-NHS y-okada" userId="5019df06-39ab-46e9-a3c9-7ad904e0be91" providerId="ADAL" clId="{66B4A2BB-A7DA-4709-85A4-03515CDF7DB5}" dt="2026-07-07T02:15:16.573" v="10"/>
          <ac:spMkLst>
            <pc:docMk/>
            <pc:sldMk cId="2499023219" sldId="279"/>
            <ac:spMk id="2" creationId="{00000000-0000-0000-0000-000000000000}"/>
          </ac:spMkLst>
        </pc:spChg>
        <pc:spChg chg="mod">
          <ac:chgData name="Oita-NHS y-okada" userId="5019df06-39ab-46e9-a3c9-7ad904e0be91" providerId="ADAL" clId="{66B4A2BB-A7DA-4709-85A4-03515CDF7DB5}" dt="2026-07-07T02:15:42.396" v="30" actId="27636"/>
          <ac:spMkLst>
            <pc:docMk/>
            <pc:sldMk cId="2499023219" sldId="279"/>
            <ac:spMk id="3" creationId="{00000000-0000-0000-0000-000000000000}"/>
          </ac:spMkLst>
        </pc:spChg>
      </pc:sldChg>
      <pc:sldChg chg="modSp modNotes">
        <pc:chgData name="Oita-NHS y-okada" userId="5019df06-39ab-46e9-a3c9-7ad904e0be91" providerId="ADAL" clId="{66B4A2BB-A7DA-4709-85A4-03515CDF7DB5}" dt="2026-07-07T02:15:16.573" v="10"/>
        <pc:sldMkLst>
          <pc:docMk/>
          <pc:sldMk cId="3828074554" sldId="280"/>
        </pc:sldMkLst>
        <pc:spChg chg="mod">
          <ac:chgData name="Oita-NHS y-okada" userId="5019df06-39ab-46e9-a3c9-7ad904e0be91" providerId="ADAL" clId="{66B4A2BB-A7DA-4709-85A4-03515CDF7DB5}" dt="2026-07-07T02:15:16.573" v="10"/>
          <ac:spMkLst>
            <pc:docMk/>
            <pc:sldMk cId="3828074554" sldId="280"/>
            <ac:spMk id="2" creationId="{00000000-0000-0000-0000-000000000000}"/>
          </ac:spMkLst>
        </pc:spChg>
        <pc:spChg chg="mod">
          <ac:chgData name="Oita-NHS y-okada" userId="5019df06-39ab-46e9-a3c9-7ad904e0be91" providerId="ADAL" clId="{66B4A2BB-A7DA-4709-85A4-03515CDF7DB5}" dt="2026-07-07T02:15:16.573" v="10"/>
          <ac:spMkLst>
            <pc:docMk/>
            <pc:sldMk cId="3828074554" sldId="280"/>
            <ac:spMk id="3" creationId="{00000000-0000-0000-0000-000000000000}"/>
          </ac:spMkLst>
        </pc:spChg>
        <pc:spChg chg="mod">
          <ac:chgData name="Oita-NHS y-okada" userId="5019df06-39ab-46e9-a3c9-7ad904e0be91" providerId="ADAL" clId="{66B4A2BB-A7DA-4709-85A4-03515CDF7DB5}" dt="2026-07-07T02:15:16.573" v="10"/>
          <ac:spMkLst>
            <pc:docMk/>
            <pc:sldMk cId="3828074554" sldId="280"/>
            <ac:spMk id="4" creationId="{00000000-0000-0000-0000-000000000000}"/>
          </ac:spMkLst>
        </pc:spChg>
        <pc:spChg chg="mod">
          <ac:chgData name="Oita-NHS y-okada" userId="5019df06-39ab-46e9-a3c9-7ad904e0be91" providerId="ADAL" clId="{66B4A2BB-A7DA-4709-85A4-03515CDF7DB5}" dt="2026-07-07T02:15:16.573" v="10"/>
          <ac:spMkLst>
            <pc:docMk/>
            <pc:sldMk cId="3828074554" sldId="280"/>
            <ac:spMk id="5" creationId="{00000000-0000-0000-0000-000000000000}"/>
          </ac:spMkLst>
        </pc:spChg>
        <pc:spChg chg="mod">
          <ac:chgData name="Oita-NHS y-okada" userId="5019df06-39ab-46e9-a3c9-7ad904e0be91" providerId="ADAL" clId="{66B4A2BB-A7DA-4709-85A4-03515CDF7DB5}" dt="2026-07-07T02:15:16.573" v="10"/>
          <ac:spMkLst>
            <pc:docMk/>
            <pc:sldMk cId="3828074554" sldId="280"/>
            <ac:spMk id="6" creationId="{00000000-0000-0000-0000-000000000000}"/>
          </ac:spMkLst>
        </pc:spChg>
      </pc:sldChg>
      <pc:sldChg chg="modSp mod">
        <pc:chgData name="Oita-NHS y-okada" userId="5019df06-39ab-46e9-a3c9-7ad904e0be91" providerId="ADAL" clId="{66B4A2BB-A7DA-4709-85A4-03515CDF7DB5}" dt="2026-07-07T02:15:42.459" v="38" actId="27636"/>
        <pc:sldMkLst>
          <pc:docMk/>
          <pc:sldMk cId="2704568116" sldId="281"/>
        </pc:sldMkLst>
        <pc:spChg chg="mod">
          <ac:chgData name="Oita-NHS y-okada" userId="5019df06-39ab-46e9-a3c9-7ad904e0be91" providerId="ADAL" clId="{66B4A2BB-A7DA-4709-85A4-03515CDF7DB5}" dt="2026-07-07T02:15:16.573" v="10"/>
          <ac:spMkLst>
            <pc:docMk/>
            <pc:sldMk cId="2704568116" sldId="281"/>
            <ac:spMk id="2" creationId="{00000000-0000-0000-0000-000000000000}"/>
          </ac:spMkLst>
        </pc:spChg>
        <pc:spChg chg="mod">
          <ac:chgData name="Oita-NHS y-okada" userId="5019df06-39ab-46e9-a3c9-7ad904e0be91" providerId="ADAL" clId="{66B4A2BB-A7DA-4709-85A4-03515CDF7DB5}" dt="2026-07-07T02:15:42.459" v="38" actId="27636"/>
          <ac:spMkLst>
            <pc:docMk/>
            <pc:sldMk cId="2704568116" sldId="281"/>
            <ac:spMk id="3" creationId="{00000000-0000-0000-0000-000000000000}"/>
          </ac:spMkLst>
        </pc:spChg>
      </pc:sldChg>
      <pc:sldChg chg="modSp mod">
        <pc:chgData name="Oita-NHS y-okada" userId="5019df06-39ab-46e9-a3c9-7ad904e0be91" providerId="ADAL" clId="{66B4A2BB-A7DA-4709-85A4-03515CDF7DB5}" dt="2026-07-07T02:15:42.396" v="31" actId="27636"/>
        <pc:sldMkLst>
          <pc:docMk/>
          <pc:sldMk cId="3985037942" sldId="284"/>
        </pc:sldMkLst>
        <pc:spChg chg="mod">
          <ac:chgData name="Oita-NHS y-okada" userId="5019df06-39ab-46e9-a3c9-7ad904e0be91" providerId="ADAL" clId="{66B4A2BB-A7DA-4709-85A4-03515CDF7DB5}" dt="2026-07-07T02:15:16.573" v="10"/>
          <ac:spMkLst>
            <pc:docMk/>
            <pc:sldMk cId="3985037942" sldId="284"/>
            <ac:spMk id="2" creationId="{00000000-0000-0000-0000-000000000000}"/>
          </ac:spMkLst>
        </pc:spChg>
        <pc:spChg chg="mod">
          <ac:chgData name="Oita-NHS y-okada" userId="5019df06-39ab-46e9-a3c9-7ad904e0be91" providerId="ADAL" clId="{66B4A2BB-A7DA-4709-85A4-03515CDF7DB5}" dt="2026-07-07T02:15:42.396" v="31" actId="27636"/>
          <ac:spMkLst>
            <pc:docMk/>
            <pc:sldMk cId="3985037942" sldId="284"/>
            <ac:spMk id="3" creationId="{00000000-0000-0000-0000-000000000000}"/>
          </ac:spMkLst>
        </pc:spChg>
      </pc:sldChg>
      <pc:sldChg chg="modSp mod">
        <pc:chgData name="Oita-NHS y-okada" userId="5019df06-39ab-46e9-a3c9-7ad904e0be91" providerId="ADAL" clId="{66B4A2BB-A7DA-4709-85A4-03515CDF7DB5}" dt="2026-07-07T02:15:16.843" v="17" actId="27636"/>
        <pc:sldMkLst>
          <pc:docMk/>
          <pc:sldMk cId="3130101356" sldId="285"/>
        </pc:sldMkLst>
        <pc:spChg chg="mod">
          <ac:chgData name="Oita-NHS y-okada" userId="5019df06-39ab-46e9-a3c9-7ad904e0be91" providerId="ADAL" clId="{66B4A2BB-A7DA-4709-85A4-03515CDF7DB5}" dt="2026-07-07T02:15:16.573" v="10"/>
          <ac:spMkLst>
            <pc:docMk/>
            <pc:sldMk cId="3130101356" sldId="285"/>
            <ac:spMk id="2" creationId="{00000000-0000-0000-0000-000000000000}"/>
          </ac:spMkLst>
        </pc:spChg>
        <pc:spChg chg="mod">
          <ac:chgData name="Oita-NHS y-okada" userId="5019df06-39ab-46e9-a3c9-7ad904e0be91" providerId="ADAL" clId="{66B4A2BB-A7DA-4709-85A4-03515CDF7DB5}" dt="2026-07-07T02:15:16.843" v="17" actId="27636"/>
          <ac:spMkLst>
            <pc:docMk/>
            <pc:sldMk cId="3130101356" sldId="285"/>
            <ac:spMk id="4" creationId="{00000000-0000-0000-0000-000000000000}"/>
          </ac:spMkLst>
        </pc:spChg>
        <pc:spChg chg="mod">
          <ac:chgData name="Oita-NHS y-okada" userId="5019df06-39ab-46e9-a3c9-7ad904e0be91" providerId="ADAL" clId="{66B4A2BB-A7DA-4709-85A4-03515CDF7DB5}" dt="2026-07-07T02:15:16.843" v="16" actId="27636"/>
          <ac:spMkLst>
            <pc:docMk/>
            <pc:sldMk cId="3130101356" sldId="285"/>
            <ac:spMk id="5" creationId="{00000000-0000-0000-0000-000000000000}"/>
          </ac:spMkLst>
        </pc:spChg>
      </pc:sldChg>
      <pc:sldChg chg="modSp">
        <pc:chgData name="Oita-NHS y-okada" userId="5019df06-39ab-46e9-a3c9-7ad904e0be91" providerId="ADAL" clId="{66B4A2BB-A7DA-4709-85A4-03515CDF7DB5}" dt="2026-07-07T02:15:16.573" v="10"/>
        <pc:sldMkLst>
          <pc:docMk/>
          <pc:sldMk cId="1364143199" sldId="286"/>
        </pc:sldMkLst>
        <pc:spChg chg="mod">
          <ac:chgData name="Oita-NHS y-okada" userId="5019df06-39ab-46e9-a3c9-7ad904e0be91" providerId="ADAL" clId="{66B4A2BB-A7DA-4709-85A4-03515CDF7DB5}" dt="2026-07-07T02:15:16.573" v="10"/>
          <ac:spMkLst>
            <pc:docMk/>
            <pc:sldMk cId="1364143199" sldId="286"/>
            <ac:spMk id="2" creationId="{00000000-0000-0000-0000-000000000000}"/>
          </ac:spMkLst>
        </pc:spChg>
        <pc:spChg chg="mod">
          <ac:chgData name="Oita-NHS y-okada" userId="5019df06-39ab-46e9-a3c9-7ad904e0be91" providerId="ADAL" clId="{66B4A2BB-A7DA-4709-85A4-03515CDF7DB5}" dt="2026-07-07T02:15:16.573" v="10"/>
          <ac:spMkLst>
            <pc:docMk/>
            <pc:sldMk cId="1364143199" sldId="286"/>
            <ac:spMk id="3" creationId="{00000000-0000-0000-0000-000000000000}"/>
          </ac:spMkLst>
        </pc:spChg>
      </pc:sldChg>
      <pc:sldChg chg="modSp mod modNotes">
        <pc:chgData name="Oita-NHS y-okada" userId="5019df06-39ab-46e9-a3c9-7ad904e0be91" providerId="ADAL" clId="{66B4A2BB-A7DA-4709-85A4-03515CDF7DB5}" dt="2026-07-07T02:15:42.444" v="36" actId="27636"/>
        <pc:sldMkLst>
          <pc:docMk/>
          <pc:sldMk cId="3126010178" sldId="287"/>
        </pc:sldMkLst>
        <pc:spChg chg="mod">
          <ac:chgData name="Oita-NHS y-okada" userId="5019df06-39ab-46e9-a3c9-7ad904e0be91" providerId="ADAL" clId="{66B4A2BB-A7DA-4709-85A4-03515CDF7DB5}" dt="2026-07-07T02:15:16.573" v="10"/>
          <ac:spMkLst>
            <pc:docMk/>
            <pc:sldMk cId="3126010178" sldId="287"/>
            <ac:spMk id="2" creationId="{00000000-0000-0000-0000-000000000000}"/>
          </ac:spMkLst>
        </pc:spChg>
        <pc:spChg chg="mod">
          <ac:chgData name="Oita-NHS y-okada" userId="5019df06-39ab-46e9-a3c9-7ad904e0be91" providerId="ADAL" clId="{66B4A2BB-A7DA-4709-85A4-03515CDF7DB5}" dt="2026-07-07T02:15:42.444" v="36" actId="27636"/>
          <ac:spMkLst>
            <pc:docMk/>
            <pc:sldMk cId="3126010178" sldId="287"/>
            <ac:spMk id="3" creationId="{00000000-0000-0000-0000-000000000000}"/>
          </ac:spMkLst>
        </pc:spChg>
        <pc:picChg chg="mod">
          <ac:chgData name="Oita-NHS y-okada" userId="5019df06-39ab-46e9-a3c9-7ad904e0be91" providerId="ADAL" clId="{66B4A2BB-A7DA-4709-85A4-03515CDF7DB5}" dt="2026-07-07T02:15:16.573" v="10"/>
          <ac:picMkLst>
            <pc:docMk/>
            <pc:sldMk cId="3126010178" sldId="287"/>
            <ac:picMk id="4" creationId="{00000000-0000-0000-0000-000000000000}"/>
          </ac:picMkLst>
        </pc:picChg>
        <pc:picChg chg="mod">
          <ac:chgData name="Oita-NHS y-okada" userId="5019df06-39ab-46e9-a3c9-7ad904e0be91" providerId="ADAL" clId="{66B4A2BB-A7DA-4709-85A4-03515CDF7DB5}" dt="2026-07-07T02:15:16.573" v="10"/>
          <ac:picMkLst>
            <pc:docMk/>
            <pc:sldMk cId="3126010178" sldId="287"/>
            <ac:picMk id="5" creationId="{00000000-0000-0000-0000-000000000000}"/>
          </ac:picMkLst>
        </pc:picChg>
        <pc:picChg chg="mod">
          <ac:chgData name="Oita-NHS y-okada" userId="5019df06-39ab-46e9-a3c9-7ad904e0be91" providerId="ADAL" clId="{66B4A2BB-A7DA-4709-85A4-03515CDF7DB5}" dt="2026-07-07T02:15:16.573" v="10"/>
          <ac:picMkLst>
            <pc:docMk/>
            <pc:sldMk cId="3126010178" sldId="287"/>
            <ac:picMk id="6" creationId="{00000000-0000-0000-0000-000000000000}"/>
          </ac:picMkLst>
        </pc:picChg>
        <pc:picChg chg="mod">
          <ac:chgData name="Oita-NHS y-okada" userId="5019df06-39ab-46e9-a3c9-7ad904e0be91" providerId="ADAL" clId="{66B4A2BB-A7DA-4709-85A4-03515CDF7DB5}" dt="2026-07-07T02:15:16.573" v="10"/>
          <ac:picMkLst>
            <pc:docMk/>
            <pc:sldMk cId="3126010178" sldId="287"/>
            <ac:picMk id="7" creationId="{00000000-0000-0000-0000-000000000000}"/>
          </ac:picMkLst>
        </pc:picChg>
      </pc:sldChg>
      <pc:sldChg chg="modSp mod">
        <pc:chgData name="Oita-NHS y-okada" userId="5019df06-39ab-46e9-a3c9-7ad904e0be91" providerId="ADAL" clId="{66B4A2BB-A7DA-4709-85A4-03515CDF7DB5}" dt="2026-07-07T02:15:42.411" v="32" actId="27636"/>
        <pc:sldMkLst>
          <pc:docMk/>
          <pc:sldMk cId="2768613406" sldId="288"/>
        </pc:sldMkLst>
        <pc:spChg chg="mod">
          <ac:chgData name="Oita-NHS y-okada" userId="5019df06-39ab-46e9-a3c9-7ad904e0be91" providerId="ADAL" clId="{66B4A2BB-A7DA-4709-85A4-03515CDF7DB5}" dt="2026-07-07T02:15:16.573" v="10"/>
          <ac:spMkLst>
            <pc:docMk/>
            <pc:sldMk cId="2768613406" sldId="288"/>
            <ac:spMk id="2" creationId="{00000000-0000-0000-0000-000000000000}"/>
          </ac:spMkLst>
        </pc:spChg>
        <pc:spChg chg="mod">
          <ac:chgData name="Oita-NHS y-okada" userId="5019df06-39ab-46e9-a3c9-7ad904e0be91" providerId="ADAL" clId="{66B4A2BB-A7DA-4709-85A4-03515CDF7DB5}" dt="2026-07-07T02:15:42.411" v="32" actId="27636"/>
          <ac:spMkLst>
            <pc:docMk/>
            <pc:sldMk cId="2768613406" sldId="288"/>
            <ac:spMk id="3" creationId="{00000000-0000-0000-0000-000000000000}"/>
          </ac:spMkLst>
        </pc:spChg>
      </pc:sldChg>
      <pc:sldChg chg="modSp">
        <pc:chgData name="Oita-NHS y-okada" userId="5019df06-39ab-46e9-a3c9-7ad904e0be91" providerId="ADAL" clId="{66B4A2BB-A7DA-4709-85A4-03515CDF7DB5}" dt="2026-07-07T02:15:16.573" v="10"/>
        <pc:sldMkLst>
          <pc:docMk/>
          <pc:sldMk cId="2076143199" sldId="289"/>
        </pc:sldMkLst>
        <pc:spChg chg="mod">
          <ac:chgData name="Oita-NHS y-okada" userId="5019df06-39ab-46e9-a3c9-7ad904e0be91" providerId="ADAL" clId="{66B4A2BB-A7DA-4709-85A4-03515CDF7DB5}" dt="2026-07-07T02:15:16.573" v="10"/>
          <ac:spMkLst>
            <pc:docMk/>
            <pc:sldMk cId="2076143199" sldId="289"/>
            <ac:spMk id="2" creationId="{00000000-0000-0000-0000-000000000000}"/>
          </ac:spMkLst>
        </pc:spChg>
        <pc:spChg chg="mod">
          <ac:chgData name="Oita-NHS y-okada" userId="5019df06-39ab-46e9-a3c9-7ad904e0be91" providerId="ADAL" clId="{66B4A2BB-A7DA-4709-85A4-03515CDF7DB5}" dt="2026-07-07T02:15:16.573" v="10"/>
          <ac:spMkLst>
            <pc:docMk/>
            <pc:sldMk cId="2076143199" sldId="289"/>
            <ac:spMk id="3" creationId="{00000000-0000-0000-0000-000000000000}"/>
          </ac:spMkLst>
        </pc:spChg>
        <pc:spChg chg="mod">
          <ac:chgData name="Oita-NHS y-okada" userId="5019df06-39ab-46e9-a3c9-7ad904e0be91" providerId="ADAL" clId="{66B4A2BB-A7DA-4709-85A4-03515CDF7DB5}" dt="2026-07-07T02:15:16.573" v="10"/>
          <ac:spMkLst>
            <pc:docMk/>
            <pc:sldMk cId="2076143199" sldId="289"/>
            <ac:spMk id="6" creationId="{00000000-0000-0000-0000-000000000000}"/>
          </ac:spMkLst>
        </pc:spChg>
        <pc:picChg chg="mod">
          <ac:chgData name="Oita-NHS y-okada" userId="5019df06-39ab-46e9-a3c9-7ad904e0be91" providerId="ADAL" clId="{66B4A2BB-A7DA-4709-85A4-03515CDF7DB5}" dt="2026-07-07T02:15:16.573" v="10"/>
          <ac:picMkLst>
            <pc:docMk/>
            <pc:sldMk cId="2076143199" sldId="289"/>
            <ac:picMk id="4" creationId="{00000000-0000-0000-0000-000000000000}"/>
          </ac:picMkLst>
        </pc:picChg>
        <pc:picChg chg="mod">
          <ac:chgData name="Oita-NHS y-okada" userId="5019df06-39ab-46e9-a3c9-7ad904e0be91" providerId="ADAL" clId="{66B4A2BB-A7DA-4709-85A4-03515CDF7DB5}" dt="2026-07-07T02:15:16.573" v="10"/>
          <ac:picMkLst>
            <pc:docMk/>
            <pc:sldMk cId="2076143199" sldId="289"/>
            <ac:picMk id="5" creationId="{00000000-0000-0000-0000-000000000000}"/>
          </ac:picMkLst>
        </pc:picChg>
      </pc:sldChg>
      <pc:sldChg chg="modSp">
        <pc:chgData name="Oita-NHS y-okada" userId="5019df06-39ab-46e9-a3c9-7ad904e0be91" providerId="ADAL" clId="{66B4A2BB-A7DA-4709-85A4-03515CDF7DB5}" dt="2026-07-07T02:15:16.573" v="10"/>
        <pc:sldMkLst>
          <pc:docMk/>
          <pc:sldMk cId="3515201717" sldId="290"/>
        </pc:sldMkLst>
        <pc:spChg chg="mod">
          <ac:chgData name="Oita-NHS y-okada" userId="5019df06-39ab-46e9-a3c9-7ad904e0be91" providerId="ADAL" clId="{66B4A2BB-A7DA-4709-85A4-03515CDF7DB5}" dt="2026-07-07T02:15:16.573" v="10"/>
          <ac:spMkLst>
            <pc:docMk/>
            <pc:sldMk cId="3515201717" sldId="290"/>
            <ac:spMk id="2" creationId="{00000000-0000-0000-0000-000000000000}"/>
          </ac:spMkLst>
        </pc:spChg>
        <pc:spChg chg="mod">
          <ac:chgData name="Oita-NHS y-okada" userId="5019df06-39ab-46e9-a3c9-7ad904e0be91" providerId="ADAL" clId="{66B4A2BB-A7DA-4709-85A4-03515CDF7DB5}" dt="2026-07-07T02:15:16.573" v="10"/>
          <ac:spMkLst>
            <pc:docMk/>
            <pc:sldMk cId="3515201717" sldId="290"/>
            <ac:spMk id="3" creationId="{00000000-0000-0000-0000-000000000000}"/>
          </ac:spMkLst>
        </pc:spChg>
        <pc:picChg chg="mod">
          <ac:chgData name="Oita-NHS y-okada" userId="5019df06-39ab-46e9-a3c9-7ad904e0be91" providerId="ADAL" clId="{66B4A2BB-A7DA-4709-85A4-03515CDF7DB5}" dt="2026-07-07T02:15:16.573" v="10"/>
          <ac:picMkLst>
            <pc:docMk/>
            <pc:sldMk cId="3515201717" sldId="290"/>
            <ac:picMk id="6" creationId="{00000000-0000-0000-0000-000000000000}"/>
          </ac:picMkLst>
        </pc:picChg>
        <pc:picChg chg="mod">
          <ac:chgData name="Oita-NHS y-okada" userId="5019df06-39ab-46e9-a3c9-7ad904e0be91" providerId="ADAL" clId="{66B4A2BB-A7DA-4709-85A4-03515CDF7DB5}" dt="2026-07-07T02:15:16.573" v="10"/>
          <ac:picMkLst>
            <pc:docMk/>
            <pc:sldMk cId="3515201717" sldId="290"/>
            <ac:picMk id="7" creationId="{00000000-0000-0000-0000-000000000000}"/>
          </ac:picMkLst>
        </pc:picChg>
      </pc:sldChg>
      <pc:sldChg chg="modSp">
        <pc:chgData name="Oita-NHS y-okada" userId="5019df06-39ab-46e9-a3c9-7ad904e0be91" providerId="ADAL" clId="{66B4A2BB-A7DA-4709-85A4-03515CDF7DB5}" dt="2026-07-07T02:15:16.573" v="10"/>
        <pc:sldMkLst>
          <pc:docMk/>
          <pc:sldMk cId="170429820" sldId="291"/>
        </pc:sldMkLst>
        <pc:spChg chg="mod">
          <ac:chgData name="Oita-NHS y-okada" userId="5019df06-39ab-46e9-a3c9-7ad904e0be91" providerId="ADAL" clId="{66B4A2BB-A7DA-4709-85A4-03515CDF7DB5}" dt="2026-07-07T02:15:16.573" v="10"/>
          <ac:spMkLst>
            <pc:docMk/>
            <pc:sldMk cId="170429820" sldId="291"/>
            <ac:spMk id="4" creationId="{00000000-0000-0000-0000-000000000000}"/>
          </ac:spMkLst>
        </pc:spChg>
        <pc:spChg chg="mod">
          <ac:chgData name="Oita-NHS y-okada" userId="5019df06-39ab-46e9-a3c9-7ad904e0be91" providerId="ADAL" clId="{66B4A2BB-A7DA-4709-85A4-03515CDF7DB5}" dt="2026-07-07T02:15:16.573" v="10"/>
          <ac:spMkLst>
            <pc:docMk/>
            <pc:sldMk cId="170429820" sldId="291"/>
            <ac:spMk id="5" creationId="{00000000-0000-0000-0000-000000000000}"/>
          </ac:spMkLst>
        </pc:spChg>
      </pc:sldChg>
      <pc:sldChg chg="modSp">
        <pc:chgData name="Oita-NHS y-okada" userId="5019df06-39ab-46e9-a3c9-7ad904e0be91" providerId="ADAL" clId="{66B4A2BB-A7DA-4709-85A4-03515CDF7DB5}" dt="2026-07-07T02:15:16.573" v="10"/>
        <pc:sldMkLst>
          <pc:docMk/>
          <pc:sldMk cId="3668847610" sldId="292"/>
        </pc:sldMkLst>
        <pc:spChg chg="mod">
          <ac:chgData name="Oita-NHS y-okada" userId="5019df06-39ab-46e9-a3c9-7ad904e0be91" providerId="ADAL" clId="{66B4A2BB-A7DA-4709-85A4-03515CDF7DB5}" dt="2026-07-07T02:15:16.573" v="10"/>
          <ac:spMkLst>
            <pc:docMk/>
            <pc:sldMk cId="3668847610" sldId="292"/>
            <ac:spMk id="4" creationId="{00000000-0000-0000-0000-000000000000}"/>
          </ac:spMkLst>
        </pc:spChg>
        <pc:spChg chg="mod">
          <ac:chgData name="Oita-NHS y-okada" userId="5019df06-39ab-46e9-a3c9-7ad904e0be91" providerId="ADAL" clId="{66B4A2BB-A7DA-4709-85A4-03515CDF7DB5}" dt="2026-07-07T02:15:16.573" v="10"/>
          <ac:spMkLst>
            <pc:docMk/>
            <pc:sldMk cId="3668847610" sldId="292"/>
            <ac:spMk id="5" creationId="{00000000-0000-0000-0000-000000000000}"/>
          </ac:spMkLst>
        </pc:spChg>
      </pc:sldChg>
      <pc:sldChg chg="modSp">
        <pc:chgData name="Oita-NHS y-okada" userId="5019df06-39ab-46e9-a3c9-7ad904e0be91" providerId="ADAL" clId="{66B4A2BB-A7DA-4709-85A4-03515CDF7DB5}" dt="2026-07-07T02:15:16.573" v="10"/>
        <pc:sldMkLst>
          <pc:docMk/>
          <pc:sldMk cId="541470842" sldId="293"/>
        </pc:sldMkLst>
        <pc:spChg chg="mod">
          <ac:chgData name="Oita-NHS y-okada" userId="5019df06-39ab-46e9-a3c9-7ad904e0be91" providerId="ADAL" clId="{66B4A2BB-A7DA-4709-85A4-03515CDF7DB5}" dt="2026-07-07T02:15:16.573" v="10"/>
          <ac:spMkLst>
            <pc:docMk/>
            <pc:sldMk cId="541470842" sldId="293"/>
            <ac:spMk id="2" creationId="{00000000-0000-0000-0000-000000000000}"/>
          </ac:spMkLst>
        </pc:spChg>
        <pc:spChg chg="mod">
          <ac:chgData name="Oita-NHS y-okada" userId="5019df06-39ab-46e9-a3c9-7ad904e0be91" providerId="ADAL" clId="{66B4A2BB-A7DA-4709-85A4-03515CDF7DB5}" dt="2026-07-07T02:15:16.573" v="10"/>
          <ac:spMkLst>
            <pc:docMk/>
            <pc:sldMk cId="541470842" sldId="293"/>
            <ac:spMk id="3" creationId="{00000000-0000-0000-0000-000000000000}"/>
          </ac:spMkLst>
        </pc:spChg>
        <pc:picChg chg="mod">
          <ac:chgData name="Oita-NHS y-okada" userId="5019df06-39ab-46e9-a3c9-7ad904e0be91" providerId="ADAL" clId="{66B4A2BB-A7DA-4709-85A4-03515CDF7DB5}" dt="2026-07-07T02:15:16.573" v="10"/>
          <ac:picMkLst>
            <pc:docMk/>
            <pc:sldMk cId="541470842" sldId="293"/>
            <ac:picMk id="5" creationId="{00000000-0000-0000-0000-000000000000}"/>
          </ac:picMkLst>
        </pc:picChg>
        <pc:picChg chg="mod">
          <ac:chgData name="Oita-NHS y-okada" userId="5019df06-39ab-46e9-a3c9-7ad904e0be91" providerId="ADAL" clId="{66B4A2BB-A7DA-4709-85A4-03515CDF7DB5}" dt="2026-07-07T02:15:16.573" v="10"/>
          <ac:picMkLst>
            <pc:docMk/>
            <pc:sldMk cId="541470842" sldId="293"/>
            <ac:picMk id="6" creationId="{00000000-0000-0000-0000-000000000000}"/>
          </ac:picMkLst>
        </pc:picChg>
      </pc:sldChg>
      <pc:sldChg chg="modSp">
        <pc:chgData name="Oita-NHS y-okada" userId="5019df06-39ab-46e9-a3c9-7ad904e0be91" providerId="ADAL" clId="{66B4A2BB-A7DA-4709-85A4-03515CDF7DB5}" dt="2026-07-07T02:15:16.573" v="10"/>
        <pc:sldMkLst>
          <pc:docMk/>
          <pc:sldMk cId="4293459083" sldId="294"/>
        </pc:sldMkLst>
        <pc:spChg chg="mod">
          <ac:chgData name="Oita-NHS y-okada" userId="5019df06-39ab-46e9-a3c9-7ad904e0be91" providerId="ADAL" clId="{66B4A2BB-A7DA-4709-85A4-03515CDF7DB5}" dt="2026-07-07T02:15:16.573" v="10"/>
          <ac:spMkLst>
            <pc:docMk/>
            <pc:sldMk cId="4293459083" sldId="294"/>
            <ac:spMk id="3" creationId="{00000000-0000-0000-0000-000000000000}"/>
          </ac:spMkLst>
        </pc:spChg>
        <pc:picChg chg="mod">
          <ac:chgData name="Oita-NHS y-okada" userId="5019df06-39ab-46e9-a3c9-7ad904e0be91" providerId="ADAL" clId="{66B4A2BB-A7DA-4709-85A4-03515CDF7DB5}" dt="2026-07-07T02:15:16.573" v="10"/>
          <ac:picMkLst>
            <pc:docMk/>
            <pc:sldMk cId="4293459083" sldId="294"/>
            <ac:picMk id="4" creationId="{00000000-0000-0000-0000-000000000000}"/>
          </ac:picMkLst>
        </pc:picChg>
        <pc:picChg chg="mod">
          <ac:chgData name="Oita-NHS y-okada" userId="5019df06-39ab-46e9-a3c9-7ad904e0be91" providerId="ADAL" clId="{66B4A2BB-A7DA-4709-85A4-03515CDF7DB5}" dt="2026-07-07T02:15:16.573" v="10"/>
          <ac:picMkLst>
            <pc:docMk/>
            <pc:sldMk cId="4293459083" sldId="294"/>
            <ac:picMk id="5" creationId="{00000000-0000-0000-0000-000000000000}"/>
          </ac:picMkLst>
        </pc:picChg>
      </pc:sldChg>
      <pc:sldChg chg="modSp mod">
        <pc:chgData name="Oita-NHS y-okada" userId="5019df06-39ab-46e9-a3c9-7ad904e0be91" providerId="ADAL" clId="{66B4A2BB-A7DA-4709-85A4-03515CDF7DB5}" dt="2026-07-07T02:17:37.859" v="42" actId="14100"/>
        <pc:sldMkLst>
          <pc:docMk/>
          <pc:sldMk cId="804856042" sldId="296"/>
        </pc:sldMkLst>
        <pc:spChg chg="mod">
          <ac:chgData name="Oita-NHS y-okada" userId="5019df06-39ab-46e9-a3c9-7ad904e0be91" providerId="ADAL" clId="{66B4A2BB-A7DA-4709-85A4-03515CDF7DB5}" dt="2026-07-07T02:17:35.131" v="41" actId="1076"/>
          <ac:spMkLst>
            <pc:docMk/>
            <pc:sldMk cId="804856042" sldId="296"/>
            <ac:spMk id="2" creationId="{00000000-0000-0000-0000-000000000000}"/>
          </ac:spMkLst>
        </pc:spChg>
        <pc:spChg chg="mod">
          <ac:chgData name="Oita-NHS y-okada" userId="5019df06-39ab-46e9-a3c9-7ad904e0be91" providerId="ADAL" clId="{66B4A2BB-A7DA-4709-85A4-03515CDF7DB5}" dt="2026-07-07T02:17:37.859" v="42" actId="14100"/>
          <ac:spMkLst>
            <pc:docMk/>
            <pc:sldMk cId="804856042" sldId="296"/>
            <ac:spMk id="3" creationId="{00000000-0000-0000-0000-000000000000}"/>
          </ac:spMkLst>
        </pc:spChg>
      </pc:sldChg>
      <pc:sldChg chg="modSp">
        <pc:chgData name="Oita-NHS y-okada" userId="5019df06-39ab-46e9-a3c9-7ad904e0be91" providerId="ADAL" clId="{66B4A2BB-A7DA-4709-85A4-03515CDF7DB5}" dt="2026-07-07T02:15:16.573" v="10"/>
        <pc:sldMkLst>
          <pc:docMk/>
          <pc:sldMk cId="4214576025" sldId="298"/>
        </pc:sldMkLst>
        <pc:spChg chg="mod">
          <ac:chgData name="Oita-NHS y-okada" userId="5019df06-39ab-46e9-a3c9-7ad904e0be91" providerId="ADAL" clId="{66B4A2BB-A7DA-4709-85A4-03515CDF7DB5}" dt="2026-07-07T02:15:16.573" v="10"/>
          <ac:spMkLst>
            <pc:docMk/>
            <pc:sldMk cId="4214576025" sldId="298"/>
            <ac:spMk id="2" creationId="{00000000-0000-0000-0000-000000000000}"/>
          </ac:spMkLst>
        </pc:spChg>
        <pc:spChg chg="mod">
          <ac:chgData name="Oita-NHS y-okada" userId="5019df06-39ab-46e9-a3c9-7ad904e0be91" providerId="ADAL" clId="{66B4A2BB-A7DA-4709-85A4-03515CDF7DB5}" dt="2026-07-07T02:15:16.573" v="10"/>
          <ac:spMkLst>
            <pc:docMk/>
            <pc:sldMk cId="4214576025" sldId="298"/>
            <ac:spMk id="3" creationId="{00000000-0000-0000-0000-000000000000}"/>
          </ac:spMkLst>
        </pc:spChg>
        <pc:picChg chg="mod">
          <ac:chgData name="Oita-NHS y-okada" userId="5019df06-39ab-46e9-a3c9-7ad904e0be91" providerId="ADAL" clId="{66B4A2BB-A7DA-4709-85A4-03515CDF7DB5}" dt="2026-07-07T02:15:16.573" v="10"/>
          <ac:picMkLst>
            <pc:docMk/>
            <pc:sldMk cId="4214576025" sldId="298"/>
            <ac:picMk id="4" creationId="{00000000-0000-0000-0000-000000000000}"/>
          </ac:picMkLst>
        </pc:picChg>
        <pc:picChg chg="mod">
          <ac:chgData name="Oita-NHS y-okada" userId="5019df06-39ab-46e9-a3c9-7ad904e0be91" providerId="ADAL" clId="{66B4A2BB-A7DA-4709-85A4-03515CDF7DB5}" dt="2026-07-07T02:15:16.573" v="10"/>
          <ac:picMkLst>
            <pc:docMk/>
            <pc:sldMk cId="4214576025" sldId="298"/>
            <ac:picMk id="5" creationId="{00000000-0000-0000-0000-000000000000}"/>
          </ac:picMkLst>
        </pc:picChg>
      </pc:sldChg>
      <pc:sldChg chg="modSp mod modNotes">
        <pc:chgData name="Oita-NHS y-okada" userId="5019df06-39ab-46e9-a3c9-7ad904e0be91" providerId="ADAL" clId="{66B4A2BB-A7DA-4709-85A4-03515CDF7DB5}" dt="2026-07-07T02:15:16.920" v="23" actId="27636"/>
        <pc:sldMkLst>
          <pc:docMk/>
          <pc:sldMk cId="1712268317" sldId="299"/>
        </pc:sldMkLst>
        <pc:spChg chg="mod">
          <ac:chgData name="Oita-NHS y-okada" userId="5019df06-39ab-46e9-a3c9-7ad904e0be91" providerId="ADAL" clId="{66B4A2BB-A7DA-4709-85A4-03515CDF7DB5}" dt="2026-07-07T02:15:16.920" v="23" actId="27636"/>
          <ac:spMkLst>
            <pc:docMk/>
            <pc:sldMk cId="1712268317" sldId="299"/>
            <ac:spMk id="3" creationId="{00000000-0000-0000-0000-000000000000}"/>
          </ac:spMkLst>
        </pc:spChg>
        <pc:spChg chg="mod">
          <ac:chgData name="Oita-NHS y-okada" userId="5019df06-39ab-46e9-a3c9-7ad904e0be91" providerId="ADAL" clId="{66B4A2BB-A7DA-4709-85A4-03515CDF7DB5}" dt="2026-07-07T02:15:16.573" v="10"/>
          <ac:spMkLst>
            <pc:docMk/>
            <pc:sldMk cId="1712268317" sldId="299"/>
            <ac:spMk id="4" creationId="{00000000-0000-0000-0000-000000000000}"/>
          </ac:spMkLst>
        </pc:spChg>
        <pc:spChg chg="mod">
          <ac:chgData name="Oita-NHS y-okada" userId="5019df06-39ab-46e9-a3c9-7ad904e0be91" providerId="ADAL" clId="{66B4A2BB-A7DA-4709-85A4-03515CDF7DB5}" dt="2026-07-07T02:15:16.573" v="10"/>
          <ac:spMkLst>
            <pc:docMk/>
            <pc:sldMk cId="1712268317" sldId="299"/>
            <ac:spMk id="5" creationId="{00000000-0000-0000-0000-000000000000}"/>
          </ac:spMkLst>
        </pc:spChg>
        <pc:picChg chg="mod">
          <ac:chgData name="Oita-NHS y-okada" userId="5019df06-39ab-46e9-a3c9-7ad904e0be91" providerId="ADAL" clId="{66B4A2BB-A7DA-4709-85A4-03515CDF7DB5}" dt="2026-07-07T02:15:16.573" v="10"/>
          <ac:picMkLst>
            <pc:docMk/>
            <pc:sldMk cId="1712268317" sldId="299"/>
            <ac:picMk id="2" creationId="{00000000-0000-0000-0000-000000000000}"/>
          </ac:picMkLst>
        </pc:picChg>
      </pc:sldChg>
      <pc:sldChg chg="modSp">
        <pc:chgData name="Oita-NHS y-okada" userId="5019df06-39ab-46e9-a3c9-7ad904e0be91" providerId="ADAL" clId="{66B4A2BB-A7DA-4709-85A4-03515CDF7DB5}" dt="2026-07-07T02:15:16.573" v="10"/>
        <pc:sldMkLst>
          <pc:docMk/>
          <pc:sldMk cId="501533275" sldId="300"/>
        </pc:sldMkLst>
        <pc:spChg chg="mod">
          <ac:chgData name="Oita-NHS y-okada" userId="5019df06-39ab-46e9-a3c9-7ad904e0be91" providerId="ADAL" clId="{66B4A2BB-A7DA-4709-85A4-03515CDF7DB5}" dt="2026-07-07T02:15:16.573" v="10"/>
          <ac:spMkLst>
            <pc:docMk/>
            <pc:sldMk cId="501533275" sldId="300"/>
            <ac:spMk id="2" creationId="{00000000-0000-0000-0000-000000000000}"/>
          </ac:spMkLst>
        </pc:spChg>
        <pc:spChg chg="mod">
          <ac:chgData name="Oita-NHS y-okada" userId="5019df06-39ab-46e9-a3c9-7ad904e0be91" providerId="ADAL" clId="{66B4A2BB-A7DA-4709-85A4-03515CDF7DB5}" dt="2026-07-07T02:15:16.573" v="10"/>
          <ac:spMkLst>
            <pc:docMk/>
            <pc:sldMk cId="501533275" sldId="300"/>
            <ac:spMk id="10" creationId="{00000000-0000-0000-0000-000000000000}"/>
          </ac:spMkLst>
        </pc:spChg>
        <pc:spChg chg="mod">
          <ac:chgData name="Oita-NHS y-okada" userId="5019df06-39ab-46e9-a3c9-7ad904e0be91" providerId="ADAL" clId="{66B4A2BB-A7DA-4709-85A4-03515CDF7DB5}" dt="2026-07-07T02:15:16.573" v="10"/>
          <ac:spMkLst>
            <pc:docMk/>
            <pc:sldMk cId="501533275" sldId="300"/>
            <ac:spMk id="16" creationId="{00000000-0000-0000-0000-000000000000}"/>
          </ac:spMkLst>
        </pc:spChg>
        <pc:spChg chg="mod">
          <ac:chgData name="Oita-NHS y-okada" userId="5019df06-39ab-46e9-a3c9-7ad904e0be91" providerId="ADAL" clId="{66B4A2BB-A7DA-4709-85A4-03515CDF7DB5}" dt="2026-07-07T02:15:16.573" v="10"/>
          <ac:spMkLst>
            <pc:docMk/>
            <pc:sldMk cId="501533275" sldId="300"/>
            <ac:spMk id="17" creationId="{00000000-0000-0000-0000-000000000000}"/>
          </ac:spMkLst>
        </pc:spChg>
        <pc:spChg chg="mod">
          <ac:chgData name="Oita-NHS y-okada" userId="5019df06-39ab-46e9-a3c9-7ad904e0be91" providerId="ADAL" clId="{66B4A2BB-A7DA-4709-85A4-03515CDF7DB5}" dt="2026-07-07T02:15:16.573" v="10"/>
          <ac:spMkLst>
            <pc:docMk/>
            <pc:sldMk cId="501533275" sldId="300"/>
            <ac:spMk id="18" creationId="{00000000-0000-0000-0000-000000000000}"/>
          </ac:spMkLst>
        </pc:spChg>
        <pc:spChg chg="mod">
          <ac:chgData name="Oita-NHS y-okada" userId="5019df06-39ab-46e9-a3c9-7ad904e0be91" providerId="ADAL" clId="{66B4A2BB-A7DA-4709-85A4-03515CDF7DB5}" dt="2026-07-07T02:15:16.573" v="10"/>
          <ac:spMkLst>
            <pc:docMk/>
            <pc:sldMk cId="501533275" sldId="300"/>
            <ac:spMk id="19" creationId="{00000000-0000-0000-0000-000000000000}"/>
          </ac:spMkLst>
        </pc:spChg>
        <pc:spChg chg="mod">
          <ac:chgData name="Oita-NHS y-okada" userId="5019df06-39ab-46e9-a3c9-7ad904e0be91" providerId="ADAL" clId="{66B4A2BB-A7DA-4709-85A4-03515CDF7DB5}" dt="2026-07-07T02:15:16.573" v="10"/>
          <ac:spMkLst>
            <pc:docMk/>
            <pc:sldMk cId="501533275" sldId="300"/>
            <ac:spMk id="20" creationId="{00000000-0000-0000-0000-000000000000}"/>
          </ac:spMkLst>
        </pc:spChg>
        <pc:spChg chg="mod">
          <ac:chgData name="Oita-NHS y-okada" userId="5019df06-39ab-46e9-a3c9-7ad904e0be91" providerId="ADAL" clId="{66B4A2BB-A7DA-4709-85A4-03515CDF7DB5}" dt="2026-07-07T02:15:16.573" v="10"/>
          <ac:spMkLst>
            <pc:docMk/>
            <pc:sldMk cId="501533275" sldId="300"/>
            <ac:spMk id="21" creationId="{00000000-0000-0000-0000-000000000000}"/>
          </ac:spMkLst>
        </pc:spChg>
        <pc:picChg chg="mod">
          <ac:chgData name="Oita-NHS y-okada" userId="5019df06-39ab-46e9-a3c9-7ad904e0be91" providerId="ADAL" clId="{66B4A2BB-A7DA-4709-85A4-03515CDF7DB5}" dt="2026-07-07T02:15:16.573" v="10"/>
          <ac:picMkLst>
            <pc:docMk/>
            <pc:sldMk cId="501533275" sldId="300"/>
            <ac:picMk id="8" creationId="{00000000-0000-0000-0000-000000000000}"/>
          </ac:picMkLst>
        </pc:picChg>
        <pc:picChg chg="mod">
          <ac:chgData name="Oita-NHS y-okada" userId="5019df06-39ab-46e9-a3c9-7ad904e0be91" providerId="ADAL" clId="{66B4A2BB-A7DA-4709-85A4-03515CDF7DB5}" dt="2026-07-07T02:15:16.573" v="10"/>
          <ac:picMkLst>
            <pc:docMk/>
            <pc:sldMk cId="501533275" sldId="300"/>
            <ac:picMk id="13" creationId="{00000000-0000-0000-0000-000000000000}"/>
          </ac:picMkLst>
        </pc:picChg>
      </pc:sldChg>
      <pc:sldChg chg="modSp">
        <pc:chgData name="Oita-NHS y-okada" userId="5019df06-39ab-46e9-a3c9-7ad904e0be91" providerId="ADAL" clId="{66B4A2BB-A7DA-4709-85A4-03515CDF7DB5}" dt="2026-07-07T02:15:16.573" v="10"/>
        <pc:sldMkLst>
          <pc:docMk/>
          <pc:sldMk cId="2860921633" sldId="301"/>
        </pc:sldMkLst>
        <pc:spChg chg="mod">
          <ac:chgData name="Oita-NHS y-okada" userId="5019df06-39ab-46e9-a3c9-7ad904e0be91" providerId="ADAL" clId="{66B4A2BB-A7DA-4709-85A4-03515CDF7DB5}" dt="2026-07-07T02:15:16.573" v="10"/>
          <ac:spMkLst>
            <pc:docMk/>
            <pc:sldMk cId="2860921633" sldId="301"/>
            <ac:spMk id="2" creationId="{00000000-0000-0000-0000-000000000000}"/>
          </ac:spMkLst>
        </pc:spChg>
        <pc:spChg chg="mod">
          <ac:chgData name="Oita-NHS y-okada" userId="5019df06-39ab-46e9-a3c9-7ad904e0be91" providerId="ADAL" clId="{66B4A2BB-A7DA-4709-85A4-03515CDF7DB5}" dt="2026-07-07T02:15:16.573" v="10"/>
          <ac:spMkLst>
            <pc:docMk/>
            <pc:sldMk cId="2860921633" sldId="301"/>
            <ac:spMk id="3" creationId="{00000000-0000-0000-0000-000000000000}"/>
          </ac:spMkLst>
        </pc:spChg>
        <pc:spChg chg="mod">
          <ac:chgData name="Oita-NHS y-okada" userId="5019df06-39ab-46e9-a3c9-7ad904e0be91" providerId="ADAL" clId="{66B4A2BB-A7DA-4709-85A4-03515CDF7DB5}" dt="2026-07-07T02:15:16.573" v="10"/>
          <ac:spMkLst>
            <pc:docMk/>
            <pc:sldMk cId="2860921633" sldId="301"/>
            <ac:spMk id="5" creationId="{00000000-0000-0000-0000-000000000000}"/>
          </ac:spMkLst>
        </pc:spChg>
        <pc:spChg chg="mod">
          <ac:chgData name="Oita-NHS y-okada" userId="5019df06-39ab-46e9-a3c9-7ad904e0be91" providerId="ADAL" clId="{66B4A2BB-A7DA-4709-85A4-03515CDF7DB5}" dt="2026-07-07T02:15:16.573" v="10"/>
          <ac:spMkLst>
            <pc:docMk/>
            <pc:sldMk cId="2860921633" sldId="301"/>
            <ac:spMk id="6" creationId="{00000000-0000-0000-0000-000000000000}"/>
          </ac:spMkLst>
        </pc:spChg>
        <pc:picChg chg="mod">
          <ac:chgData name="Oita-NHS y-okada" userId="5019df06-39ab-46e9-a3c9-7ad904e0be91" providerId="ADAL" clId="{66B4A2BB-A7DA-4709-85A4-03515CDF7DB5}" dt="2026-07-07T02:15:16.573" v="10"/>
          <ac:picMkLst>
            <pc:docMk/>
            <pc:sldMk cId="2860921633" sldId="301"/>
            <ac:picMk id="4" creationId="{00000000-0000-0000-0000-000000000000}"/>
          </ac:picMkLst>
        </pc:picChg>
      </pc:sldChg>
      <pc:sldChg chg="modSp">
        <pc:chgData name="Oita-NHS y-okada" userId="5019df06-39ab-46e9-a3c9-7ad904e0be91" providerId="ADAL" clId="{66B4A2BB-A7DA-4709-85A4-03515CDF7DB5}" dt="2026-07-07T02:15:16.573" v="10"/>
        <pc:sldMkLst>
          <pc:docMk/>
          <pc:sldMk cId="2239163821" sldId="302"/>
        </pc:sldMkLst>
        <pc:spChg chg="mod">
          <ac:chgData name="Oita-NHS y-okada" userId="5019df06-39ab-46e9-a3c9-7ad904e0be91" providerId="ADAL" clId="{66B4A2BB-A7DA-4709-85A4-03515CDF7DB5}" dt="2026-07-07T02:15:16.573" v="10"/>
          <ac:spMkLst>
            <pc:docMk/>
            <pc:sldMk cId="2239163821" sldId="302"/>
            <ac:spMk id="2" creationId="{00000000-0000-0000-0000-000000000000}"/>
          </ac:spMkLst>
        </pc:spChg>
        <pc:spChg chg="mod">
          <ac:chgData name="Oita-NHS y-okada" userId="5019df06-39ab-46e9-a3c9-7ad904e0be91" providerId="ADAL" clId="{66B4A2BB-A7DA-4709-85A4-03515CDF7DB5}" dt="2026-07-07T02:15:16.573" v="10"/>
          <ac:spMkLst>
            <pc:docMk/>
            <pc:sldMk cId="2239163821" sldId="302"/>
            <ac:spMk id="3" creationId="{00000000-0000-0000-0000-000000000000}"/>
          </ac:spMkLst>
        </pc:spChg>
        <pc:spChg chg="mod">
          <ac:chgData name="Oita-NHS y-okada" userId="5019df06-39ab-46e9-a3c9-7ad904e0be91" providerId="ADAL" clId="{66B4A2BB-A7DA-4709-85A4-03515CDF7DB5}" dt="2026-07-07T02:15:16.573" v="10"/>
          <ac:spMkLst>
            <pc:docMk/>
            <pc:sldMk cId="2239163821" sldId="302"/>
            <ac:spMk id="5" creationId="{00000000-0000-0000-0000-000000000000}"/>
          </ac:spMkLst>
        </pc:spChg>
        <pc:spChg chg="mod">
          <ac:chgData name="Oita-NHS y-okada" userId="5019df06-39ab-46e9-a3c9-7ad904e0be91" providerId="ADAL" clId="{66B4A2BB-A7DA-4709-85A4-03515CDF7DB5}" dt="2026-07-07T02:15:16.573" v="10"/>
          <ac:spMkLst>
            <pc:docMk/>
            <pc:sldMk cId="2239163821" sldId="302"/>
            <ac:spMk id="6" creationId="{00000000-0000-0000-0000-000000000000}"/>
          </ac:spMkLst>
        </pc:spChg>
        <pc:spChg chg="mod">
          <ac:chgData name="Oita-NHS y-okada" userId="5019df06-39ab-46e9-a3c9-7ad904e0be91" providerId="ADAL" clId="{66B4A2BB-A7DA-4709-85A4-03515CDF7DB5}" dt="2026-07-07T02:15:16.573" v="10"/>
          <ac:spMkLst>
            <pc:docMk/>
            <pc:sldMk cId="2239163821" sldId="302"/>
            <ac:spMk id="7" creationId="{00000000-0000-0000-0000-000000000000}"/>
          </ac:spMkLst>
        </pc:spChg>
        <pc:picChg chg="mod">
          <ac:chgData name="Oita-NHS y-okada" userId="5019df06-39ab-46e9-a3c9-7ad904e0be91" providerId="ADAL" clId="{66B4A2BB-A7DA-4709-85A4-03515CDF7DB5}" dt="2026-07-07T02:15:16.573" v="10"/>
          <ac:picMkLst>
            <pc:docMk/>
            <pc:sldMk cId="2239163821" sldId="302"/>
            <ac:picMk id="4" creationId="{00000000-0000-0000-0000-000000000000}"/>
          </ac:picMkLst>
        </pc:picChg>
      </pc:sldChg>
      <pc:sldChg chg="modSp">
        <pc:chgData name="Oita-NHS y-okada" userId="5019df06-39ab-46e9-a3c9-7ad904e0be91" providerId="ADAL" clId="{66B4A2BB-A7DA-4709-85A4-03515CDF7DB5}" dt="2026-07-07T02:15:16.573" v="10"/>
        <pc:sldMkLst>
          <pc:docMk/>
          <pc:sldMk cId="1873557004" sldId="303"/>
        </pc:sldMkLst>
        <pc:spChg chg="mod">
          <ac:chgData name="Oita-NHS y-okada" userId="5019df06-39ab-46e9-a3c9-7ad904e0be91" providerId="ADAL" clId="{66B4A2BB-A7DA-4709-85A4-03515CDF7DB5}" dt="2026-07-07T02:15:16.573" v="10"/>
          <ac:spMkLst>
            <pc:docMk/>
            <pc:sldMk cId="1873557004" sldId="303"/>
            <ac:spMk id="2" creationId="{00000000-0000-0000-0000-000000000000}"/>
          </ac:spMkLst>
        </pc:spChg>
        <pc:spChg chg="mod">
          <ac:chgData name="Oita-NHS y-okada" userId="5019df06-39ab-46e9-a3c9-7ad904e0be91" providerId="ADAL" clId="{66B4A2BB-A7DA-4709-85A4-03515CDF7DB5}" dt="2026-07-07T02:15:16.573" v="10"/>
          <ac:spMkLst>
            <pc:docMk/>
            <pc:sldMk cId="1873557004" sldId="303"/>
            <ac:spMk id="3" creationId="{00000000-0000-0000-0000-000000000000}"/>
          </ac:spMkLst>
        </pc:spChg>
        <pc:spChg chg="mod">
          <ac:chgData name="Oita-NHS y-okada" userId="5019df06-39ab-46e9-a3c9-7ad904e0be91" providerId="ADAL" clId="{66B4A2BB-A7DA-4709-85A4-03515CDF7DB5}" dt="2026-07-07T02:15:16.573" v="10"/>
          <ac:spMkLst>
            <pc:docMk/>
            <pc:sldMk cId="1873557004" sldId="303"/>
            <ac:spMk id="5" creationId="{00000000-0000-0000-0000-000000000000}"/>
          </ac:spMkLst>
        </pc:spChg>
        <pc:picChg chg="mod">
          <ac:chgData name="Oita-NHS y-okada" userId="5019df06-39ab-46e9-a3c9-7ad904e0be91" providerId="ADAL" clId="{66B4A2BB-A7DA-4709-85A4-03515CDF7DB5}" dt="2026-07-07T02:15:16.573" v="10"/>
          <ac:picMkLst>
            <pc:docMk/>
            <pc:sldMk cId="1873557004" sldId="303"/>
            <ac:picMk id="4" creationId="{00000000-0000-0000-0000-000000000000}"/>
          </ac:picMkLst>
        </pc:picChg>
      </pc:sldChg>
      <pc:sldChg chg="modSp">
        <pc:chgData name="Oita-NHS y-okada" userId="5019df06-39ab-46e9-a3c9-7ad904e0be91" providerId="ADAL" clId="{66B4A2BB-A7DA-4709-85A4-03515CDF7DB5}" dt="2026-07-07T02:15:16.573" v="10"/>
        <pc:sldMkLst>
          <pc:docMk/>
          <pc:sldMk cId="196995971" sldId="305"/>
        </pc:sldMkLst>
        <pc:spChg chg="mod">
          <ac:chgData name="Oita-NHS y-okada" userId="5019df06-39ab-46e9-a3c9-7ad904e0be91" providerId="ADAL" clId="{66B4A2BB-A7DA-4709-85A4-03515CDF7DB5}" dt="2026-07-07T02:15:16.573" v="10"/>
          <ac:spMkLst>
            <pc:docMk/>
            <pc:sldMk cId="196995971" sldId="305"/>
            <ac:spMk id="2" creationId="{00000000-0000-0000-0000-000000000000}"/>
          </ac:spMkLst>
        </pc:spChg>
        <pc:spChg chg="mod">
          <ac:chgData name="Oita-NHS y-okada" userId="5019df06-39ab-46e9-a3c9-7ad904e0be91" providerId="ADAL" clId="{66B4A2BB-A7DA-4709-85A4-03515CDF7DB5}" dt="2026-07-07T02:15:16.573" v="10"/>
          <ac:spMkLst>
            <pc:docMk/>
            <pc:sldMk cId="196995971" sldId="305"/>
            <ac:spMk id="3" creationId="{00000000-0000-0000-0000-000000000000}"/>
          </ac:spMkLst>
        </pc:spChg>
      </pc:sldChg>
      <pc:sldChg chg="modSp mod">
        <pc:chgData name="Oita-NHS y-okada" userId="5019df06-39ab-46e9-a3c9-7ad904e0be91" providerId="ADAL" clId="{66B4A2BB-A7DA-4709-85A4-03515CDF7DB5}" dt="2026-07-07T02:15:16.825" v="15" actId="27636"/>
        <pc:sldMkLst>
          <pc:docMk/>
          <pc:sldMk cId="632558617" sldId="306"/>
        </pc:sldMkLst>
        <pc:spChg chg="mod">
          <ac:chgData name="Oita-NHS y-okada" userId="5019df06-39ab-46e9-a3c9-7ad904e0be91" providerId="ADAL" clId="{66B4A2BB-A7DA-4709-85A4-03515CDF7DB5}" dt="2026-07-07T02:15:16.573" v="10"/>
          <ac:spMkLst>
            <pc:docMk/>
            <pc:sldMk cId="632558617" sldId="306"/>
            <ac:spMk id="2" creationId="{00000000-0000-0000-0000-000000000000}"/>
          </ac:spMkLst>
        </pc:spChg>
        <pc:spChg chg="mod">
          <ac:chgData name="Oita-NHS y-okada" userId="5019df06-39ab-46e9-a3c9-7ad904e0be91" providerId="ADAL" clId="{66B4A2BB-A7DA-4709-85A4-03515CDF7DB5}" dt="2026-07-07T02:15:16.825" v="15" actId="27636"/>
          <ac:spMkLst>
            <pc:docMk/>
            <pc:sldMk cId="632558617" sldId="306"/>
            <ac:spMk id="3" creationId="{00000000-0000-0000-0000-000000000000}"/>
          </ac:spMkLst>
        </pc:spChg>
      </pc:sldChg>
    </pc:docChg>
  </pc:docChgLst>
  <pc:docChgLst>
    <pc:chgData name="Oita-NHS y-okada" userId="5019df06-39ab-46e9-a3c9-7ad904e0be91" providerId="ADAL" clId="{4C1AD837-5612-5ED0-856B-03566CA500C6}"/>
    <pc:docChg chg="undo custSel addSld delSld modSld sldOrd">
      <pc:chgData name="Oita-NHS y-okada" userId="5019df06-39ab-46e9-a3c9-7ad904e0be91" providerId="ADAL" clId="{4C1AD837-5612-5ED0-856B-03566CA500C6}" dt="2026-07-12T02:03:33.809" v="2529" actId="120"/>
      <pc:docMkLst>
        <pc:docMk/>
      </pc:docMkLst>
      <pc:sldChg chg="modSp mod modShow">
        <pc:chgData name="Oita-NHS y-okada" userId="5019df06-39ab-46e9-a3c9-7ad904e0be91" providerId="ADAL" clId="{4C1AD837-5612-5ED0-856B-03566CA500C6}" dt="2026-07-08T21:29:32.812" v="54" actId="34476"/>
        <pc:sldMkLst>
          <pc:docMk/>
          <pc:sldMk cId="3800743175" sldId="259"/>
        </pc:sldMkLst>
        <pc:spChg chg="mod">
          <ac:chgData name="Oita-NHS y-okada" userId="5019df06-39ab-46e9-a3c9-7ad904e0be91" providerId="ADAL" clId="{4C1AD837-5612-5ED0-856B-03566CA500C6}" dt="2026-07-08T12:23:47.425" v="16" actId="1076"/>
          <ac:spMkLst>
            <pc:docMk/>
            <pc:sldMk cId="3800743175" sldId="259"/>
            <ac:spMk id="3" creationId="{00000000-0000-0000-0000-000000000000}"/>
          </ac:spMkLst>
        </pc:spChg>
        <pc:picChg chg="mod">
          <ac:chgData name="Oita-NHS y-okada" userId="5019df06-39ab-46e9-a3c9-7ad904e0be91" providerId="ADAL" clId="{4C1AD837-5612-5ED0-856B-03566CA500C6}" dt="2026-07-08T12:23:54.069" v="36" actId="1037"/>
          <ac:picMkLst>
            <pc:docMk/>
            <pc:sldMk cId="3800743175" sldId="259"/>
            <ac:picMk id="4" creationId="{00000000-0000-0000-0000-000000000000}"/>
          </ac:picMkLst>
        </pc:picChg>
      </pc:sldChg>
      <pc:sldChg chg="modSp mod">
        <pc:chgData name="Oita-NHS y-okada" userId="5019df06-39ab-46e9-a3c9-7ad904e0be91" providerId="ADAL" clId="{4C1AD837-5612-5ED0-856B-03566CA500C6}" dt="2026-07-12T00:54:26.871" v="1178" actId="1035"/>
        <pc:sldMkLst>
          <pc:docMk/>
          <pc:sldMk cId="640586053" sldId="260"/>
        </pc:sldMkLst>
        <pc:spChg chg="mod">
          <ac:chgData name="Oita-NHS y-okada" userId="5019df06-39ab-46e9-a3c9-7ad904e0be91" providerId="ADAL" clId="{4C1AD837-5612-5ED0-856B-03566CA500C6}" dt="2026-07-08T21:50:14.182" v="371" actId="14100"/>
          <ac:spMkLst>
            <pc:docMk/>
            <pc:sldMk cId="640586053" sldId="260"/>
            <ac:spMk id="2" creationId="{00000000-0000-0000-0000-000000000000}"/>
          </ac:spMkLst>
        </pc:spChg>
        <pc:spChg chg="mod">
          <ac:chgData name="Oita-NHS y-okada" userId="5019df06-39ab-46e9-a3c9-7ad904e0be91" providerId="ADAL" clId="{4C1AD837-5612-5ED0-856B-03566CA500C6}" dt="2026-07-12T00:54:26.871" v="1178" actId="1035"/>
          <ac:spMkLst>
            <pc:docMk/>
            <pc:sldMk cId="640586053" sldId="260"/>
            <ac:spMk id="3" creationId="{00000000-0000-0000-0000-000000000000}"/>
          </ac:spMkLst>
        </pc:spChg>
      </pc:sldChg>
      <pc:sldChg chg="modSp mod">
        <pc:chgData name="Oita-NHS y-okada" userId="5019df06-39ab-46e9-a3c9-7ad904e0be91" providerId="ADAL" clId="{4C1AD837-5612-5ED0-856B-03566CA500C6}" dt="2026-07-08T21:57:04.725" v="469" actId="27636"/>
        <pc:sldMkLst>
          <pc:docMk/>
          <pc:sldMk cId="2047788846" sldId="261"/>
        </pc:sldMkLst>
        <pc:spChg chg="mod">
          <ac:chgData name="Oita-NHS y-okada" userId="5019df06-39ab-46e9-a3c9-7ad904e0be91" providerId="ADAL" clId="{4C1AD837-5612-5ED0-856B-03566CA500C6}" dt="2026-07-08T21:57:04.725" v="469" actId="27636"/>
          <ac:spMkLst>
            <pc:docMk/>
            <pc:sldMk cId="2047788846" sldId="261"/>
            <ac:spMk id="3" creationId="{00000000-0000-0000-0000-000000000000}"/>
          </ac:spMkLst>
        </pc:spChg>
      </pc:sldChg>
      <pc:sldChg chg="modSp mod">
        <pc:chgData name="Oita-NHS y-okada" userId="5019df06-39ab-46e9-a3c9-7ad904e0be91" providerId="ADAL" clId="{4C1AD837-5612-5ED0-856B-03566CA500C6}" dt="2026-07-08T21:30:32.429" v="61" actId="14100"/>
        <pc:sldMkLst>
          <pc:docMk/>
          <pc:sldMk cId="3711937897" sldId="264"/>
        </pc:sldMkLst>
        <pc:spChg chg="mod">
          <ac:chgData name="Oita-NHS y-okada" userId="5019df06-39ab-46e9-a3c9-7ad904e0be91" providerId="ADAL" clId="{4C1AD837-5612-5ED0-856B-03566CA500C6}" dt="2026-07-08T21:30:32.429" v="61" actId="14100"/>
          <ac:spMkLst>
            <pc:docMk/>
            <pc:sldMk cId="3711937897" sldId="264"/>
            <ac:spMk id="3" creationId="{00000000-0000-0000-0000-000000000000}"/>
          </ac:spMkLst>
        </pc:spChg>
      </pc:sldChg>
      <pc:sldChg chg="modSp mod">
        <pc:chgData name="Oita-NHS y-okada" userId="5019df06-39ab-46e9-a3c9-7ad904e0be91" providerId="ADAL" clId="{4C1AD837-5612-5ED0-856B-03566CA500C6}" dt="2026-07-08T21:45:43.702" v="347" actId="14100"/>
        <pc:sldMkLst>
          <pc:docMk/>
          <pc:sldMk cId="58556187" sldId="269"/>
        </pc:sldMkLst>
        <pc:spChg chg="mod">
          <ac:chgData name="Oita-NHS y-okada" userId="5019df06-39ab-46e9-a3c9-7ad904e0be91" providerId="ADAL" clId="{4C1AD837-5612-5ED0-856B-03566CA500C6}" dt="2026-07-08T21:45:43.702" v="347" actId="14100"/>
          <ac:spMkLst>
            <pc:docMk/>
            <pc:sldMk cId="58556187" sldId="269"/>
            <ac:spMk id="3" creationId="{00000000-0000-0000-0000-000000000000}"/>
          </ac:spMkLst>
        </pc:spChg>
      </pc:sldChg>
      <pc:sldChg chg="modSp mod">
        <pc:chgData name="Oita-NHS y-okada" userId="5019df06-39ab-46e9-a3c9-7ad904e0be91" providerId="ADAL" clId="{4C1AD837-5612-5ED0-856B-03566CA500C6}" dt="2026-07-08T21:45:36.894" v="346" actId="14100"/>
        <pc:sldMkLst>
          <pc:docMk/>
          <pc:sldMk cId="1595024876" sldId="270"/>
        </pc:sldMkLst>
        <pc:spChg chg="mod">
          <ac:chgData name="Oita-NHS y-okada" userId="5019df06-39ab-46e9-a3c9-7ad904e0be91" providerId="ADAL" clId="{4C1AD837-5612-5ED0-856B-03566CA500C6}" dt="2026-07-08T21:45:36.894" v="346" actId="14100"/>
          <ac:spMkLst>
            <pc:docMk/>
            <pc:sldMk cId="1595024876" sldId="270"/>
            <ac:spMk id="3" creationId="{00000000-0000-0000-0000-000000000000}"/>
          </ac:spMkLst>
        </pc:spChg>
      </pc:sldChg>
      <pc:sldChg chg="modSp mod">
        <pc:chgData name="Oita-NHS y-okada" userId="5019df06-39ab-46e9-a3c9-7ad904e0be91" providerId="ADAL" clId="{4C1AD837-5612-5ED0-856B-03566CA500C6}" dt="2026-07-12T02:00:15.486" v="2433" actId="20577"/>
        <pc:sldMkLst>
          <pc:docMk/>
          <pc:sldMk cId="2368684339" sldId="272"/>
        </pc:sldMkLst>
        <pc:spChg chg="mod">
          <ac:chgData name="Oita-NHS y-okada" userId="5019df06-39ab-46e9-a3c9-7ad904e0be91" providerId="ADAL" clId="{4C1AD837-5612-5ED0-856B-03566CA500C6}" dt="2026-07-12T02:00:15.486" v="2433" actId="20577"/>
          <ac:spMkLst>
            <pc:docMk/>
            <pc:sldMk cId="2368684339" sldId="272"/>
            <ac:spMk id="2" creationId="{00000000-0000-0000-0000-000000000000}"/>
          </ac:spMkLst>
        </pc:spChg>
        <pc:spChg chg="mod">
          <ac:chgData name="Oita-NHS y-okada" userId="5019df06-39ab-46e9-a3c9-7ad904e0be91" providerId="ADAL" clId="{4C1AD837-5612-5ED0-856B-03566CA500C6}" dt="2026-07-08T21:45:29.662" v="344" actId="14100"/>
          <ac:spMkLst>
            <pc:docMk/>
            <pc:sldMk cId="2368684339" sldId="272"/>
            <ac:spMk id="3" creationId="{00000000-0000-0000-0000-000000000000}"/>
          </ac:spMkLst>
        </pc:spChg>
        <pc:spChg chg="mod">
          <ac:chgData name="Oita-NHS y-okada" userId="5019df06-39ab-46e9-a3c9-7ad904e0be91" providerId="ADAL" clId="{4C1AD837-5612-5ED0-856B-03566CA500C6}" dt="2026-07-08T21:34:15.945" v="100" actId="14100"/>
          <ac:spMkLst>
            <pc:docMk/>
            <pc:sldMk cId="2368684339" sldId="272"/>
            <ac:spMk id="4" creationId="{00000000-0000-0000-0000-000000000000}"/>
          </ac:spMkLst>
        </pc:spChg>
      </pc:sldChg>
      <pc:sldChg chg="modSp mod">
        <pc:chgData name="Oita-NHS y-okada" userId="5019df06-39ab-46e9-a3c9-7ad904e0be91" providerId="ADAL" clId="{4C1AD837-5612-5ED0-856B-03566CA500C6}" dt="2026-07-12T02:03:33.809" v="2529" actId="120"/>
        <pc:sldMkLst>
          <pc:docMk/>
          <pc:sldMk cId="1492409807" sldId="273"/>
        </pc:sldMkLst>
        <pc:spChg chg="mod">
          <ac:chgData name="Oita-NHS y-okada" userId="5019df06-39ab-46e9-a3c9-7ad904e0be91" providerId="ADAL" clId="{4C1AD837-5612-5ED0-856B-03566CA500C6}" dt="2026-07-08T21:47:14.430" v="356" actId="14100"/>
          <ac:spMkLst>
            <pc:docMk/>
            <pc:sldMk cId="1492409807" sldId="273"/>
            <ac:spMk id="2" creationId="{00000000-0000-0000-0000-000000000000}"/>
          </ac:spMkLst>
        </pc:spChg>
        <pc:spChg chg="mod">
          <ac:chgData name="Oita-NHS y-okada" userId="5019df06-39ab-46e9-a3c9-7ad904e0be91" providerId="ADAL" clId="{4C1AD837-5612-5ED0-856B-03566CA500C6}" dt="2026-07-12T02:03:33.809" v="2529" actId="120"/>
          <ac:spMkLst>
            <pc:docMk/>
            <pc:sldMk cId="1492409807" sldId="273"/>
            <ac:spMk id="3" creationId="{00000000-0000-0000-0000-000000000000}"/>
          </ac:spMkLst>
        </pc:spChg>
      </pc:sldChg>
      <pc:sldChg chg="modSp mod">
        <pc:chgData name="Oita-NHS y-okada" userId="5019df06-39ab-46e9-a3c9-7ad904e0be91" providerId="ADAL" clId="{4C1AD837-5612-5ED0-856B-03566CA500C6}" dt="2026-07-08T21:31:12.942" v="93" actId="14100"/>
        <pc:sldMkLst>
          <pc:docMk/>
          <pc:sldMk cId="191504062" sldId="274"/>
        </pc:sldMkLst>
        <pc:spChg chg="mod">
          <ac:chgData name="Oita-NHS y-okada" userId="5019df06-39ab-46e9-a3c9-7ad904e0be91" providerId="ADAL" clId="{4C1AD837-5612-5ED0-856B-03566CA500C6}" dt="2026-07-08T21:31:12.942" v="93" actId="14100"/>
          <ac:spMkLst>
            <pc:docMk/>
            <pc:sldMk cId="191504062" sldId="274"/>
            <ac:spMk id="3" creationId="{00000000-0000-0000-0000-000000000000}"/>
          </ac:spMkLst>
        </pc:spChg>
        <pc:picChg chg="mod">
          <ac:chgData name="Oita-NHS y-okada" userId="5019df06-39ab-46e9-a3c9-7ad904e0be91" providerId="ADAL" clId="{4C1AD837-5612-5ED0-856B-03566CA500C6}" dt="2026-07-08T21:31:08.380" v="92" actId="1038"/>
          <ac:picMkLst>
            <pc:docMk/>
            <pc:sldMk cId="191504062" sldId="274"/>
            <ac:picMk id="5" creationId="{00000000-0000-0000-0000-000000000000}"/>
          </ac:picMkLst>
        </pc:picChg>
      </pc:sldChg>
      <pc:sldChg chg="modSp mod">
        <pc:chgData name="Oita-NHS y-okada" userId="5019df06-39ab-46e9-a3c9-7ad904e0be91" providerId="ADAL" clId="{4C1AD837-5612-5ED0-856B-03566CA500C6}" dt="2026-07-08T21:32:49.833" v="99" actId="20577"/>
        <pc:sldMkLst>
          <pc:docMk/>
          <pc:sldMk cId="1404171874" sldId="275"/>
        </pc:sldMkLst>
        <pc:spChg chg="mod">
          <ac:chgData name="Oita-NHS y-okada" userId="5019df06-39ab-46e9-a3c9-7ad904e0be91" providerId="ADAL" clId="{4C1AD837-5612-5ED0-856B-03566CA500C6}" dt="2026-07-08T21:32:49.833" v="99" actId="20577"/>
          <ac:spMkLst>
            <pc:docMk/>
            <pc:sldMk cId="1404171874" sldId="275"/>
            <ac:spMk id="3" creationId="{00000000-0000-0000-0000-000000000000}"/>
          </ac:spMkLst>
        </pc:spChg>
      </pc:sldChg>
      <pc:sldChg chg="modSp mod">
        <pc:chgData name="Oita-NHS y-okada" userId="5019df06-39ab-46e9-a3c9-7ad904e0be91" providerId="ADAL" clId="{4C1AD837-5612-5ED0-856B-03566CA500C6}" dt="2026-07-12T01:05:20.574" v="1268" actId="12"/>
        <pc:sldMkLst>
          <pc:docMk/>
          <pc:sldMk cId="3862317972" sldId="277"/>
        </pc:sldMkLst>
        <pc:spChg chg="mod">
          <ac:chgData name="Oita-NHS y-okada" userId="5019df06-39ab-46e9-a3c9-7ad904e0be91" providerId="ADAL" clId="{4C1AD837-5612-5ED0-856B-03566CA500C6}" dt="2026-07-12T01:05:20.574" v="1268" actId="12"/>
          <ac:spMkLst>
            <pc:docMk/>
            <pc:sldMk cId="3862317972" sldId="277"/>
            <ac:spMk id="3" creationId="{00000000-0000-0000-0000-000000000000}"/>
          </ac:spMkLst>
        </pc:spChg>
      </pc:sldChg>
      <pc:sldChg chg="modSp mod modNotesTx">
        <pc:chgData name="Oita-NHS y-okada" userId="5019df06-39ab-46e9-a3c9-7ad904e0be91" providerId="ADAL" clId="{4C1AD837-5612-5ED0-856B-03566CA500C6}" dt="2026-07-12T01:11:33.815" v="1508" actId="20577"/>
        <pc:sldMkLst>
          <pc:docMk/>
          <pc:sldMk cId="115126777" sldId="278"/>
        </pc:sldMkLst>
        <pc:spChg chg="mod">
          <ac:chgData name="Oita-NHS y-okada" userId="5019df06-39ab-46e9-a3c9-7ad904e0be91" providerId="ADAL" clId="{4C1AD837-5612-5ED0-856B-03566CA500C6}" dt="2026-07-08T21:49:59.200" v="367" actId="14100"/>
          <ac:spMkLst>
            <pc:docMk/>
            <pc:sldMk cId="115126777" sldId="278"/>
            <ac:spMk id="2" creationId="{00000000-0000-0000-0000-000000000000}"/>
          </ac:spMkLst>
        </pc:spChg>
        <pc:spChg chg="mod">
          <ac:chgData name="Oita-NHS y-okada" userId="5019df06-39ab-46e9-a3c9-7ad904e0be91" providerId="ADAL" clId="{4C1AD837-5612-5ED0-856B-03566CA500C6}" dt="2026-07-12T01:11:33.815" v="1508" actId="20577"/>
          <ac:spMkLst>
            <pc:docMk/>
            <pc:sldMk cId="115126777" sldId="278"/>
            <ac:spMk id="3" creationId="{00000000-0000-0000-0000-000000000000}"/>
          </ac:spMkLst>
        </pc:spChg>
      </pc:sldChg>
      <pc:sldChg chg="modSp mod">
        <pc:chgData name="Oita-NHS y-okada" userId="5019df06-39ab-46e9-a3c9-7ad904e0be91" providerId="ADAL" clId="{4C1AD837-5612-5ED0-856B-03566CA500C6}" dt="2026-07-12T01:59:00.068" v="2421" actId="14100"/>
        <pc:sldMkLst>
          <pc:docMk/>
          <pc:sldMk cId="2499023219" sldId="279"/>
        </pc:sldMkLst>
        <pc:spChg chg="mod">
          <ac:chgData name="Oita-NHS y-okada" userId="5019df06-39ab-46e9-a3c9-7ad904e0be91" providerId="ADAL" clId="{4C1AD837-5612-5ED0-856B-03566CA500C6}" dt="2026-07-08T12:22:24.385" v="4" actId="1076"/>
          <ac:spMkLst>
            <pc:docMk/>
            <pc:sldMk cId="2499023219" sldId="279"/>
            <ac:spMk id="2" creationId="{00000000-0000-0000-0000-000000000000}"/>
          </ac:spMkLst>
        </pc:spChg>
        <pc:spChg chg="mod">
          <ac:chgData name="Oita-NHS y-okada" userId="5019df06-39ab-46e9-a3c9-7ad904e0be91" providerId="ADAL" clId="{4C1AD837-5612-5ED0-856B-03566CA500C6}" dt="2026-07-12T01:59:00.068" v="2421" actId="14100"/>
          <ac:spMkLst>
            <pc:docMk/>
            <pc:sldMk cId="2499023219" sldId="279"/>
            <ac:spMk id="3" creationId="{00000000-0000-0000-0000-000000000000}"/>
          </ac:spMkLst>
        </pc:spChg>
      </pc:sldChg>
      <pc:sldChg chg="modSp mod">
        <pc:chgData name="Oita-NHS y-okada" userId="5019df06-39ab-46e9-a3c9-7ad904e0be91" providerId="ADAL" clId="{4C1AD837-5612-5ED0-856B-03566CA500C6}" dt="2026-07-08T21:47:06.163" v="355" actId="14100"/>
        <pc:sldMkLst>
          <pc:docMk/>
          <pc:sldMk cId="3828074554" sldId="280"/>
        </pc:sldMkLst>
        <pc:spChg chg="mod">
          <ac:chgData name="Oita-NHS y-okada" userId="5019df06-39ab-46e9-a3c9-7ad904e0be91" providerId="ADAL" clId="{4C1AD837-5612-5ED0-856B-03566CA500C6}" dt="2026-07-08T21:47:06.163" v="355" actId="14100"/>
          <ac:spMkLst>
            <pc:docMk/>
            <pc:sldMk cId="3828074554" sldId="280"/>
            <ac:spMk id="2" creationId="{00000000-0000-0000-0000-000000000000}"/>
          </ac:spMkLst>
        </pc:spChg>
        <pc:spChg chg="mod">
          <ac:chgData name="Oita-NHS y-okada" userId="5019df06-39ab-46e9-a3c9-7ad904e0be91" providerId="ADAL" clId="{4C1AD837-5612-5ED0-856B-03566CA500C6}" dt="2026-07-08T21:45:02.480" v="338" actId="1076"/>
          <ac:spMkLst>
            <pc:docMk/>
            <pc:sldMk cId="3828074554" sldId="280"/>
            <ac:spMk id="3" creationId="{00000000-0000-0000-0000-000000000000}"/>
          </ac:spMkLst>
        </pc:spChg>
        <pc:spChg chg="mod">
          <ac:chgData name="Oita-NHS y-okada" userId="5019df06-39ab-46e9-a3c9-7ad904e0be91" providerId="ADAL" clId="{4C1AD837-5612-5ED0-856B-03566CA500C6}" dt="2026-07-08T21:45:06.330" v="339" actId="1076"/>
          <ac:spMkLst>
            <pc:docMk/>
            <pc:sldMk cId="3828074554" sldId="280"/>
            <ac:spMk id="6" creationId="{00000000-0000-0000-0000-000000000000}"/>
          </ac:spMkLst>
        </pc:spChg>
      </pc:sldChg>
      <pc:sldChg chg="modSp mod">
        <pc:chgData name="Oita-NHS y-okada" userId="5019df06-39ab-46e9-a3c9-7ad904e0be91" providerId="ADAL" clId="{4C1AD837-5612-5ED0-856B-03566CA500C6}" dt="2026-07-08T21:46:48.398" v="354" actId="20577"/>
        <pc:sldMkLst>
          <pc:docMk/>
          <pc:sldMk cId="2704568116" sldId="281"/>
        </pc:sldMkLst>
        <pc:spChg chg="mod">
          <ac:chgData name="Oita-NHS y-okada" userId="5019df06-39ab-46e9-a3c9-7ad904e0be91" providerId="ADAL" clId="{4C1AD837-5612-5ED0-856B-03566CA500C6}" dt="2026-07-08T21:46:48.398" v="354" actId="20577"/>
          <ac:spMkLst>
            <pc:docMk/>
            <pc:sldMk cId="2704568116" sldId="281"/>
            <ac:spMk id="3" creationId="{00000000-0000-0000-0000-000000000000}"/>
          </ac:spMkLst>
        </pc:spChg>
      </pc:sldChg>
      <pc:sldChg chg="modSp mod">
        <pc:chgData name="Oita-NHS y-okada" userId="5019df06-39ab-46e9-a3c9-7ad904e0be91" providerId="ADAL" clId="{4C1AD837-5612-5ED0-856B-03566CA500C6}" dt="2026-07-08T12:22:33.036" v="7" actId="1036"/>
        <pc:sldMkLst>
          <pc:docMk/>
          <pc:sldMk cId="3985037942" sldId="284"/>
        </pc:sldMkLst>
        <pc:spChg chg="mod">
          <ac:chgData name="Oita-NHS y-okada" userId="5019df06-39ab-46e9-a3c9-7ad904e0be91" providerId="ADAL" clId="{4C1AD837-5612-5ED0-856B-03566CA500C6}" dt="2026-07-08T12:22:17.843" v="2" actId="1076"/>
          <ac:spMkLst>
            <pc:docMk/>
            <pc:sldMk cId="3985037942" sldId="284"/>
            <ac:spMk id="2" creationId="{00000000-0000-0000-0000-000000000000}"/>
          </ac:spMkLst>
        </pc:spChg>
        <pc:spChg chg="mod">
          <ac:chgData name="Oita-NHS y-okada" userId="5019df06-39ab-46e9-a3c9-7ad904e0be91" providerId="ADAL" clId="{4C1AD837-5612-5ED0-856B-03566CA500C6}" dt="2026-07-08T12:22:33.036" v="7" actId="1036"/>
          <ac:spMkLst>
            <pc:docMk/>
            <pc:sldMk cId="3985037942" sldId="284"/>
            <ac:spMk id="3" creationId="{00000000-0000-0000-0000-000000000000}"/>
          </ac:spMkLst>
        </pc:spChg>
      </pc:sldChg>
      <pc:sldChg chg="modSp mod">
        <pc:chgData name="Oita-NHS y-okada" userId="5019df06-39ab-46e9-a3c9-7ad904e0be91" providerId="ADAL" clId="{4C1AD837-5612-5ED0-856B-03566CA500C6}" dt="2026-07-12T00:53:29.744" v="1156" actId="27636"/>
        <pc:sldMkLst>
          <pc:docMk/>
          <pc:sldMk cId="1364143199" sldId="286"/>
        </pc:sldMkLst>
        <pc:spChg chg="mod">
          <ac:chgData name="Oita-NHS y-okada" userId="5019df06-39ab-46e9-a3c9-7ad904e0be91" providerId="ADAL" clId="{4C1AD837-5612-5ED0-856B-03566CA500C6}" dt="2026-07-08T21:30:40.326" v="62" actId="1076"/>
          <ac:spMkLst>
            <pc:docMk/>
            <pc:sldMk cId="1364143199" sldId="286"/>
            <ac:spMk id="2" creationId="{00000000-0000-0000-0000-000000000000}"/>
          </ac:spMkLst>
        </pc:spChg>
        <pc:spChg chg="mod">
          <ac:chgData name="Oita-NHS y-okada" userId="5019df06-39ab-46e9-a3c9-7ad904e0be91" providerId="ADAL" clId="{4C1AD837-5612-5ED0-856B-03566CA500C6}" dt="2026-07-12T00:53:29.744" v="1156" actId="27636"/>
          <ac:spMkLst>
            <pc:docMk/>
            <pc:sldMk cId="1364143199" sldId="286"/>
            <ac:spMk id="3" creationId="{00000000-0000-0000-0000-000000000000}"/>
          </ac:spMkLst>
        </pc:spChg>
      </pc:sldChg>
      <pc:sldChg chg="modSp mod">
        <pc:chgData name="Oita-NHS y-okada" userId="5019df06-39ab-46e9-a3c9-7ad904e0be91" providerId="ADAL" clId="{4C1AD837-5612-5ED0-856B-03566CA500C6}" dt="2026-07-08T12:25:20.251" v="47" actId="14100"/>
        <pc:sldMkLst>
          <pc:docMk/>
          <pc:sldMk cId="3126010178" sldId="287"/>
        </pc:sldMkLst>
        <pc:spChg chg="mod">
          <ac:chgData name="Oita-NHS y-okada" userId="5019df06-39ab-46e9-a3c9-7ad904e0be91" providerId="ADAL" clId="{4C1AD837-5612-5ED0-856B-03566CA500C6}" dt="2026-07-08T12:25:20.251" v="47" actId="14100"/>
          <ac:spMkLst>
            <pc:docMk/>
            <pc:sldMk cId="3126010178" sldId="287"/>
            <ac:spMk id="3" creationId="{00000000-0000-0000-0000-000000000000}"/>
          </ac:spMkLst>
        </pc:spChg>
      </pc:sldChg>
      <pc:sldChg chg="modSp mod">
        <pc:chgData name="Oita-NHS y-okada" userId="5019df06-39ab-46e9-a3c9-7ad904e0be91" providerId="ADAL" clId="{4C1AD837-5612-5ED0-856B-03566CA500C6}" dt="2026-07-12T01:50:29.945" v="2408" actId="14100"/>
        <pc:sldMkLst>
          <pc:docMk/>
          <pc:sldMk cId="2076143199" sldId="289"/>
        </pc:sldMkLst>
        <pc:spChg chg="mod">
          <ac:chgData name="Oita-NHS y-okada" userId="5019df06-39ab-46e9-a3c9-7ad904e0be91" providerId="ADAL" clId="{4C1AD837-5612-5ED0-856B-03566CA500C6}" dt="2026-07-12T01:50:29.945" v="2408" actId="14100"/>
          <ac:spMkLst>
            <pc:docMk/>
            <pc:sldMk cId="2076143199" sldId="289"/>
            <ac:spMk id="2" creationId="{00000000-0000-0000-0000-000000000000}"/>
          </ac:spMkLst>
        </pc:spChg>
        <pc:spChg chg="mod">
          <ac:chgData name="Oita-NHS y-okada" userId="5019df06-39ab-46e9-a3c9-7ad904e0be91" providerId="ADAL" clId="{4C1AD837-5612-5ED0-856B-03566CA500C6}" dt="2026-07-10T10:44:45.138" v="1152" actId="14100"/>
          <ac:spMkLst>
            <pc:docMk/>
            <pc:sldMk cId="2076143199" sldId="289"/>
            <ac:spMk id="3" creationId="{00000000-0000-0000-0000-000000000000}"/>
          </ac:spMkLst>
        </pc:spChg>
      </pc:sldChg>
      <pc:sldChg chg="modSp mod">
        <pc:chgData name="Oita-NHS y-okada" userId="5019df06-39ab-46e9-a3c9-7ad904e0be91" providerId="ADAL" clId="{4C1AD837-5612-5ED0-856B-03566CA500C6}" dt="2026-07-08T21:56:00.619" v="467" actId="20577"/>
        <pc:sldMkLst>
          <pc:docMk/>
          <pc:sldMk cId="3515201717" sldId="290"/>
        </pc:sldMkLst>
        <pc:spChg chg="mod">
          <ac:chgData name="Oita-NHS y-okada" userId="5019df06-39ab-46e9-a3c9-7ad904e0be91" providerId="ADAL" clId="{4C1AD837-5612-5ED0-856B-03566CA500C6}" dt="2026-07-08T21:55:40.454" v="463" actId="14100"/>
          <ac:spMkLst>
            <pc:docMk/>
            <pc:sldMk cId="3515201717" sldId="290"/>
            <ac:spMk id="2" creationId="{00000000-0000-0000-0000-000000000000}"/>
          </ac:spMkLst>
        </pc:spChg>
        <pc:spChg chg="mod">
          <ac:chgData name="Oita-NHS y-okada" userId="5019df06-39ab-46e9-a3c9-7ad904e0be91" providerId="ADAL" clId="{4C1AD837-5612-5ED0-856B-03566CA500C6}" dt="2026-07-08T21:56:00.619" v="467" actId="20577"/>
          <ac:spMkLst>
            <pc:docMk/>
            <pc:sldMk cId="3515201717" sldId="290"/>
            <ac:spMk id="3" creationId="{00000000-0000-0000-0000-000000000000}"/>
          </ac:spMkLst>
        </pc:spChg>
      </pc:sldChg>
      <pc:sldChg chg="modSp mod">
        <pc:chgData name="Oita-NHS y-okada" userId="5019df06-39ab-46e9-a3c9-7ad904e0be91" providerId="ADAL" clId="{4C1AD837-5612-5ED0-856B-03566CA500C6}" dt="2026-07-12T01:59:23.989" v="2422" actId="242"/>
        <pc:sldMkLst>
          <pc:docMk/>
          <pc:sldMk cId="170429820" sldId="291"/>
        </pc:sldMkLst>
        <pc:spChg chg="mod">
          <ac:chgData name="Oita-NHS y-okada" userId="5019df06-39ab-46e9-a3c9-7ad904e0be91" providerId="ADAL" clId="{4C1AD837-5612-5ED0-856B-03566CA500C6}" dt="2026-07-12T01:59:23.989" v="2422" actId="242"/>
          <ac:spMkLst>
            <pc:docMk/>
            <pc:sldMk cId="170429820" sldId="291"/>
            <ac:spMk id="4" creationId="{00000000-0000-0000-0000-000000000000}"/>
          </ac:spMkLst>
        </pc:spChg>
      </pc:sldChg>
      <pc:sldChg chg="addSp modSp mod">
        <pc:chgData name="Oita-NHS y-okada" userId="5019df06-39ab-46e9-a3c9-7ad904e0be91" providerId="ADAL" clId="{4C1AD837-5612-5ED0-856B-03566CA500C6}" dt="2026-07-12T00:59:19.134" v="1182"/>
        <pc:sldMkLst>
          <pc:docMk/>
          <pc:sldMk cId="3668847610" sldId="292"/>
        </pc:sldMkLst>
        <pc:spChg chg="mod">
          <ac:chgData name="Oita-NHS y-okada" userId="5019df06-39ab-46e9-a3c9-7ad904e0be91" providerId="ADAL" clId="{4C1AD837-5612-5ED0-856B-03566CA500C6}" dt="2026-07-08T12:25:46.507" v="52" actId="14100"/>
          <ac:spMkLst>
            <pc:docMk/>
            <pc:sldMk cId="3668847610" sldId="292"/>
            <ac:spMk id="4" creationId="{00000000-0000-0000-0000-000000000000}"/>
          </ac:spMkLst>
        </pc:spChg>
        <pc:picChg chg="add mod">
          <ac:chgData name="Oita-NHS y-okada" userId="5019df06-39ab-46e9-a3c9-7ad904e0be91" providerId="ADAL" clId="{4C1AD837-5612-5ED0-856B-03566CA500C6}" dt="2026-07-12T00:59:11.508" v="1181"/>
          <ac:picMkLst>
            <pc:docMk/>
            <pc:sldMk cId="3668847610" sldId="292"/>
            <ac:picMk id="2" creationId="{347E0110-35E5-9CF2-5C72-27DBCA7526AA}"/>
          </ac:picMkLst>
        </pc:picChg>
        <pc:picChg chg="add mod">
          <ac:chgData name="Oita-NHS y-okada" userId="5019df06-39ab-46e9-a3c9-7ad904e0be91" providerId="ADAL" clId="{4C1AD837-5612-5ED0-856B-03566CA500C6}" dt="2026-07-12T00:59:19.134" v="1182"/>
          <ac:picMkLst>
            <pc:docMk/>
            <pc:sldMk cId="3668847610" sldId="292"/>
            <ac:picMk id="3" creationId="{5A04FE13-C3CC-5A5F-8873-DA029058F6AD}"/>
          </ac:picMkLst>
        </pc:picChg>
      </pc:sldChg>
      <pc:sldChg chg="modSp mod">
        <pc:chgData name="Oita-NHS y-okada" userId="5019df06-39ab-46e9-a3c9-7ad904e0be91" providerId="ADAL" clId="{4C1AD837-5612-5ED0-856B-03566CA500C6}" dt="2026-07-08T21:48:10.395" v="365" actId="14100"/>
        <pc:sldMkLst>
          <pc:docMk/>
          <pc:sldMk cId="541470842" sldId="293"/>
        </pc:sldMkLst>
        <pc:spChg chg="mod">
          <ac:chgData name="Oita-NHS y-okada" userId="5019df06-39ab-46e9-a3c9-7ad904e0be91" providerId="ADAL" clId="{4C1AD837-5612-5ED0-856B-03566CA500C6}" dt="2026-07-08T21:48:07.380" v="364" actId="14100"/>
          <ac:spMkLst>
            <pc:docMk/>
            <pc:sldMk cId="541470842" sldId="293"/>
            <ac:spMk id="2" creationId="{00000000-0000-0000-0000-000000000000}"/>
          </ac:spMkLst>
        </pc:spChg>
        <pc:spChg chg="mod">
          <ac:chgData name="Oita-NHS y-okada" userId="5019df06-39ab-46e9-a3c9-7ad904e0be91" providerId="ADAL" clId="{4C1AD837-5612-5ED0-856B-03566CA500C6}" dt="2026-07-08T21:48:10.395" v="365" actId="14100"/>
          <ac:spMkLst>
            <pc:docMk/>
            <pc:sldMk cId="541470842" sldId="293"/>
            <ac:spMk id="3" creationId="{00000000-0000-0000-0000-000000000000}"/>
          </ac:spMkLst>
        </pc:spChg>
      </pc:sldChg>
      <pc:sldChg chg="modSp mod modShow">
        <pc:chgData name="Oita-NHS y-okada" userId="5019df06-39ab-46e9-a3c9-7ad904e0be91" providerId="ADAL" clId="{4C1AD837-5612-5ED0-856B-03566CA500C6}" dt="2026-07-10T10:45:13.029" v="1153" actId="729"/>
        <pc:sldMkLst>
          <pc:docMk/>
          <pc:sldMk cId="4293459083" sldId="294"/>
        </pc:sldMkLst>
        <pc:spChg chg="mod">
          <ac:chgData name="Oita-NHS y-okada" userId="5019df06-39ab-46e9-a3c9-7ad904e0be91" providerId="ADAL" clId="{4C1AD837-5612-5ED0-856B-03566CA500C6}" dt="2026-07-08T22:00:47.729" v="470" actId="14100"/>
          <ac:spMkLst>
            <pc:docMk/>
            <pc:sldMk cId="4293459083" sldId="294"/>
            <ac:spMk id="3" creationId="{00000000-0000-0000-0000-000000000000}"/>
          </ac:spMkLst>
        </pc:spChg>
        <pc:picChg chg="mod">
          <ac:chgData name="Oita-NHS y-okada" userId="5019df06-39ab-46e9-a3c9-7ad904e0be91" providerId="ADAL" clId="{4C1AD837-5612-5ED0-856B-03566CA500C6}" dt="2026-07-08T22:00:53.429" v="472" actId="1076"/>
          <ac:picMkLst>
            <pc:docMk/>
            <pc:sldMk cId="4293459083" sldId="294"/>
            <ac:picMk id="4" creationId="{00000000-0000-0000-0000-000000000000}"/>
          </ac:picMkLst>
        </pc:picChg>
        <pc:picChg chg="mod">
          <ac:chgData name="Oita-NHS y-okada" userId="5019df06-39ab-46e9-a3c9-7ad904e0be91" providerId="ADAL" clId="{4C1AD837-5612-5ED0-856B-03566CA500C6}" dt="2026-07-08T22:00:50.046" v="471" actId="1076"/>
          <ac:picMkLst>
            <pc:docMk/>
            <pc:sldMk cId="4293459083" sldId="294"/>
            <ac:picMk id="5" creationId="{00000000-0000-0000-0000-000000000000}"/>
          </ac:picMkLst>
        </pc:picChg>
      </pc:sldChg>
      <pc:sldChg chg="modSp mod">
        <pc:chgData name="Oita-NHS y-okada" userId="5019df06-39ab-46e9-a3c9-7ad904e0be91" providerId="ADAL" clId="{4C1AD837-5612-5ED0-856B-03566CA500C6}" dt="2026-07-08T12:23:03.977" v="12" actId="14100"/>
        <pc:sldMkLst>
          <pc:docMk/>
          <pc:sldMk cId="804856042" sldId="296"/>
        </pc:sldMkLst>
        <pc:spChg chg="mod">
          <ac:chgData name="Oita-NHS y-okada" userId="5019df06-39ab-46e9-a3c9-7ad904e0be91" providerId="ADAL" clId="{4C1AD837-5612-5ED0-856B-03566CA500C6}" dt="2026-07-08T12:23:03.977" v="12" actId="14100"/>
          <ac:spMkLst>
            <pc:docMk/>
            <pc:sldMk cId="804856042" sldId="296"/>
            <ac:spMk id="3" creationId="{00000000-0000-0000-0000-000000000000}"/>
          </ac:spMkLst>
        </pc:spChg>
      </pc:sldChg>
      <pc:sldChg chg="mod modShow">
        <pc:chgData name="Oita-NHS y-okada" userId="5019df06-39ab-46e9-a3c9-7ad904e0be91" providerId="ADAL" clId="{4C1AD837-5612-5ED0-856B-03566CA500C6}" dt="2026-07-08T12:23:26.563" v="13" actId="729"/>
        <pc:sldMkLst>
          <pc:docMk/>
          <pc:sldMk cId="4214576025" sldId="298"/>
        </pc:sldMkLst>
      </pc:sldChg>
      <pc:sldChg chg="modSp mod">
        <pc:chgData name="Oita-NHS y-okada" userId="5019df06-39ab-46e9-a3c9-7ad904e0be91" providerId="ADAL" clId="{4C1AD837-5612-5ED0-856B-03566CA500C6}" dt="2026-07-08T21:45:17.397" v="341" actId="14100"/>
        <pc:sldMkLst>
          <pc:docMk/>
          <pc:sldMk cId="1712268317" sldId="299"/>
        </pc:sldMkLst>
        <pc:spChg chg="mod">
          <ac:chgData name="Oita-NHS y-okada" userId="5019df06-39ab-46e9-a3c9-7ad904e0be91" providerId="ADAL" clId="{4C1AD837-5612-5ED0-856B-03566CA500C6}" dt="2026-07-08T21:45:17.397" v="341" actId="14100"/>
          <ac:spMkLst>
            <pc:docMk/>
            <pc:sldMk cId="1712268317" sldId="299"/>
            <ac:spMk id="3" creationId="{00000000-0000-0000-0000-000000000000}"/>
          </ac:spMkLst>
        </pc:spChg>
      </pc:sldChg>
      <pc:sldChg chg="modSp mod">
        <pc:chgData name="Oita-NHS y-okada" userId="5019df06-39ab-46e9-a3c9-7ad904e0be91" providerId="ADAL" clId="{4C1AD837-5612-5ED0-856B-03566CA500C6}" dt="2026-07-12T00:51:11.525" v="1155" actId="20577"/>
        <pc:sldMkLst>
          <pc:docMk/>
          <pc:sldMk cId="196995971" sldId="305"/>
        </pc:sldMkLst>
        <pc:spChg chg="mod">
          <ac:chgData name="Oita-NHS y-okada" userId="5019df06-39ab-46e9-a3c9-7ad904e0be91" providerId="ADAL" clId="{4C1AD837-5612-5ED0-856B-03566CA500C6}" dt="2026-07-08T12:22:47.626" v="10" actId="14100"/>
          <ac:spMkLst>
            <pc:docMk/>
            <pc:sldMk cId="196995971" sldId="305"/>
            <ac:spMk id="2" creationId="{00000000-0000-0000-0000-000000000000}"/>
          </ac:spMkLst>
        </pc:spChg>
        <pc:spChg chg="mod">
          <ac:chgData name="Oita-NHS y-okada" userId="5019df06-39ab-46e9-a3c9-7ad904e0be91" providerId="ADAL" clId="{4C1AD837-5612-5ED0-856B-03566CA500C6}" dt="2026-07-12T00:51:11.525" v="1155" actId="20577"/>
          <ac:spMkLst>
            <pc:docMk/>
            <pc:sldMk cId="196995971" sldId="305"/>
            <ac:spMk id="3" creationId="{00000000-0000-0000-0000-000000000000}"/>
          </ac:spMkLst>
        </pc:spChg>
      </pc:sldChg>
      <pc:sldChg chg="modSp mod">
        <pc:chgData name="Oita-NHS y-okada" userId="5019df06-39ab-46e9-a3c9-7ad904e0be91" providerId="ADAL" clId="{4C1AD837-5612-5ED0-856B-03566CA500C6}" dt="2026-07-08T12:24:13.076" v="39" actId="14100"/>
        <pc:sldMkLst>
          <pc:docMk/>
          <pc:sldMk cId="632558617" sldId="306"/>
        </pc:sldMkLst>
        <pc:spChg chg="mod">
          <ac:chgData name="Oita-NHS y-okada" userId="5019df06-39ab-46e9-a3c9-7ad904e0be91" providerId="ADAL" clId="{4C1AD837-5612-5ED0-856B-03566CA500C6}" dt="2026-07-08T12:24:06.582" v="37" actId="20577"/>
          <ac:spMkLst>
            <pc:docMk/>
            <pc:sldMk cId="632558617" sldId="306"/>
            <ac:spMk id="2" creationId="{00000000-0000-0000-0000-000000000000}"/>
          </ac:spMkLst>
        </pc:spChg>
        <pc:spChg chg="mod">
          <ac:chgData name="Oita-NHS y-okada" userId="5019df06-39ab-46e9-a3c9-7ad904e0be91" providerId="ADAL" clId="{4C1AD837-5612-5ED0-856B-03566CA500C6}" dt="2026-07-08T12:24:13.076" v="39" actId="14100"/>
          <ac:spMkLst>
            <pc:docMk/>
            <pc:sldMk cId="632558617" sldId="306"/>
            <ac:spMk id="3" creationId="{00000000-0000-0000-0000-000000000000}"/>
          </ac:spMkLst>
        </pc:spChg>
      </pc:sldChg>
      <pc:sldChg chg="modSp add mod ord">
        <pc:chgData name="Oita-NHS y-okada" userId="5019df06-39ab-46e9-a3c9-7ad904e0be91" providerId="ADAL" clId="{4C1AD837-5612-5ED0-856B-03566CA500C6}" dt="2026-07-08T21:32:33.948" v="96" actId="20578"/>
        <pc:sldMkLst>
          <pc:docMk/>
          <pc:sldMk cId="628672313" sldId="307"/>
        </pc:sldMkLst>
        <pc:spChg chg="mod">
          <ac:chgData name="Oita-NHS y-okada" userId="5019df06-39ab-46e9-a3c9-7ad904e0be91" providerId="ADAL" clId="{4C1AD837-5612-5ED0-856B-03566CA500C6}" dt="2026-07-08T21:32:30.144" v="95" actId="20577"/>
          <ac:spMkLst>
            <pc:docMk/>
            <pc:sldMk cId="628672313" sldId="307"/>
            <ac:spMk id="3" creationId="{E22FC1C6-C745-A95A-BAEB-CD12BB47AB79}"/>
          </ac:spMkLst>
        </pc:spChg>
      </pc:sldChg>
      <pc:sldChg chg="modSp new mod">
        <pc:chgData name="Oita-NHS y-okada" userId="5019df06-39ab-46e9-a3c9-7ad904e0be91" providerId="ADAL" clId="{4C1AD837-5612-5ED0-856B-03566CA500C6}" dt="2026-07-12T02:00:40.611" v="2475" actId="20577"/>
        <pc:sldMkLst>
          <pc:docMk/>
          <pc:sldMk cId="3911887577" sldId="308"/>
        </pc:sldMkLst>
        <pc:spChg chg="mod">
          <ac:chgData name="Oita-NHS y-okada" userId="5019df06-39ab-46e9-a3c9-7ad904e0be91" providerId="ADAL" clId="{4C1AD837-5612-5ED0-856B-03566CA500C6}" dt="2026-07-12T02:00:33.954" v="2470" actId="20577"/>
          <ac:spMkLst>
            <pc:docMk/>
            <pc:sldMk cId="3911887577" sldId="308"/>
            <ac:spMk id="2" creationId="{2120F838-85F4-E6B1-5862-B5A4E982081B}"/>
          </ac:spMkLst>
        </pc:spChg>
        <pc:spChg chg="mod">
          <ac:chgData name="Oita-NHS y-okada" userId="5019df06-39ab-46e9-a3c9-7ad904e0be91" providerId="ADAL" clId="{4C1AD837-5612-5ED0-856B-03566CA500C6}" dt="2026-07-12T02:00:40.611" v="2475" actId="20577"/>
          <ac:spMkLst>
            <pc:docMk/>
            <pc:sldMk cId="3911887577" sldId="308"/>
            <ac:spMk id="3" creationId="{E4DD8775-DB21-33A3-7A4C-FC8115ECA104}"/>
          </ac:spMkLst>
        </pc:spChg>
      </pc:sldChg>
      <pc:sldChg chg="modSp new mod">
        <pc:chgData name="Oita-NHS y-okada" userId="5019df06-39ab-46e9-a3c9-7ad904e0be91" providerId="ADAL" clId="{4C1AD837-5612-5ED0-856B-03566CA500C6}" dt="2026-07-10T10:37:11.895" v="899" actId="20577"/>
        <pc:sldMkLst>
          <pc:docMk/>
          <pc:sldMk cId="2826226781" sldId="309"/>
        </pc:sldMkLst>
        <pc:spChg chg="mod">
          <ac:chgData name="Oita-NHS y-okada" userId="5019df06-39ab-46e9-a3c9-7ad904e0be91" providerId="ADAL" clId="{4C1AD837-5612-5ED0-856B-03566CA500C6}" dt="2026-07-10T10:23:34.855" v="594" actId="20577"/>
          <ac:spMkLst>
            <pc:docMk/>
            <pc:sldMk cId="2826226781" sldId="309"/>
            <ac:spMk id="2" creationId="{2C94DB00-7CA0-60D2-C8F2-11A4640BBF98}"/>
          </ac:spMkLst>
        </pc:spChg>
        <pc:spChg chg="mod">
          <ac:chgData name="Oita-NHS y-okada" userId="5019df06-39ab-46e9-a3c9-7ad904e0be91" providerId="ADAL" clId="{4C1AD837-5612-5ED0-856B-03566CA500C6}" dt="2026-07-10T10:37:11.895" v="899" actId="20577"/>
          <ac:spMkLst>
            <pc:docMk/>
            <pc:sldMk cId="2826226781" sldId="309"/>
            <ac:spMk id="3" creationId="{1041948C-F9C9-3E1B-F6B2-8AD5E234DAEB}"/>
          </ac:spMkLst>
        </pc:spChg>
      </pc:sldChg>
      <pc:sldChg chg="addSp modSp add mod">
        <pc:chgData name="Oita-NHS y-okada" userId="5019df06-39ab-46e9-a3c9-7ad904e0be91" providerId="ADAL" clId="{4C1AD837-5612-5ED0-856B-03566CA500C6}" dt="2026-07-12T00:54:02.464" v="1168" actId="20577"/>
        <pc:sldMkLst>
          <pc:docMk/>
          <pc:sldMk cId="1900149990" sldId="310"/>
        </pc:sldMkLst>
        <pc:spChg chg="mod">
          <ac:chgData name="Oita-NHS y-okada" userId="5019df06-39ab-46e9-a3c9-7ad904e0be91" providerId="ADAL" clId="{4C1AD837-5612-5ED0-856B-03566CA500C6}" dt="2026-07-10T10:40:20.751" v="965" actId="20577"/>
          <ac:spMkLst>
            <pc:docMk/>
            <pc:sldMk cId="1900149990" sldId="310"/>
            <ac:spMk id="2" creationId="{229176D3-329A-2373-F0C3-281DE32D5CAB}"/>
          </ac:spMkLst>
        </pc:spChg>
        <pc:spChg chg="mod">
          <ac:chgData name="Oita-NHS y-okada" userId="5019df06-39ab-46e9-a3c9-7ad904e0be91" providerId="ADAL" clId="{4C1AD837-5612-5ED0-856B-03566CA500C6}" dt="2026-07-12T00:54:02.464" v="1168" actId="20577"/>
          <ac:spMkLst>
            <pc:docMk/>
            <pc:sldMk cId="1900149990" sldId="310"/>
            <ac:spMk id="3" creationId="{74414F39-B94C-B557-119A-A26B3F2C82FC}"/>
          </ac:spMkLst>
        </pc:spChg>
        <pc:picChg chg="add mod">
          <ac:chgData name="Oita-NHS y-okada" userId="5019df06-39ab-46e9-a3c9-7ad904e0be91" providerId="ADAL" clId="{4C1AD837-5612-5ED0-856B-03566CA500C6}" dt="2026-07-12T00:53:57.072" v="1160" actId="1037"/>
          <ac:picMkLst>
            <pc:docMk/>
            <pc:sldMk cId="1900149990" sldId="310"/>
            <ac:picMk id="4" creationId="{AE6404B0-FA1C-B20F-E206-75D8DCA522E9}"/>
          </ac:picMkLst>
        </pc:picChg>
      </pc:sldChg>
      <pc:sldChg chg="addSp delSp modSp new del mod modClrScheme chgLayout">
        <pc:chgData name="Oita-NHS y-okada" userId="5019df06-39ab-46e9-a3c9-7ad904e0be91" providerId="ADAL" clId="{4C1AD837-5612-5ED0-856B-03566CA500C6}" dt="2026-07-12T01:02:44.801" v="1229" actId="2696"/>
        <pc:sldMkLst>
          <pc:docMk/>
          <pc:sldMk cId="429670317" sldId="311"/>
        </pc:sldMkLst>
        <pc:spChg chg="del mod ord">
          <ac:chgData name="Oita-NHS y-okada" userId="5019df06-39ab-46e9-a3c9-7ad904e0be91" providerId="ADAL" clId="{4C1AD837-5612-5ED0-856B-03566CA500C6}" dt="2026-07-12T00:55:36.853" v="1180" actId="700"/>
          <ac:spMkLst>
            <pc:docMk/>
            <pc:sldMk cId="429670317" sldId="311"/>
            <ac:spMk id="2" creationId="{D370BF95-C1F1-8B8D-B881-160933106AD7}"/>
          </ac:spMkLst>
        </pc:spChg>
        <pc:spChg chg="del">
          <ac:chgData name="Oita-NHS y-okada" userId="5019df06-39ab-46e9-a3c9-7ad904e0be91" providerId="ADAL" clId="{4C1AD837-5612-5ED0-856B-03566CA500C6}" dt="2026-07-12T00:55:36.853" v="1180" actId="700"/>
          <ac:spMkLst>
            <pc:docMk/>
            <pc:sldMk cId="429670317" sldId="311"/>
            <ac:spMk id="3" creationId="{44D2C43A-0DBB-2D89-F8ED-32687DB33FBB}"/>
          </ac:spMkLst>
        </pc:spChg>
        <pc:spChg chg="add mod ord">
          <ac:chgData name="Oita-NHS y-okada" userId="5019df06-39ab-46e9-a3c9-7ad904e0be91" providerId="ADAL" clId="{4C1AD837-5612-5ED0-856B-03566CA500C6}" dt="2026-07-12T00:55:36.853" v="1180" actId="700"/>
          <ac:spMkLst>
            <pc:docMk/>
            <pc:sldMk cId="429670317" sldId="311"/>
            <ac:spMk id="4" creationId="{2C11BD2E-962B-6EC8-DAE6-25AB7DDA1782}"/>
          </ac:spMkLst>
        </pc:spChg>
      </pc:sldChg>
      <pc:sldChg chg="modSp add mod">
        <pc:chgData name="Oita-NHS y-okada" userId="5019df06-39ab-46e9-a3c9-7ad904e0be91" providerId="ADAL" clId="{4C1AD837-5612-5ED0-856B-03566CA500C6}" dt="2026-07-12T01:09:03.213" v="1305" actId="14100"/>
        <pc:sldMkLst>
          <pc:docMk/>
          <pc:sldMk cId="1233932753" sldId="371"/>
        </pc:sldMkLst>
        <pc:spChg chg="mod">
          <ac:chgData name="Oita-NHS y-okada" userId="5019df06-39ab-46e9-a3c9-7ad904e0be91" providerId="ADAL" clId="{4C1AD837-5612-5ED0-856B-03566CA500C6}" dt="2026-07-12T01:07:09.642" v="1300" actId="2711"/>
          <ac:spMkLst>
            <pc:docMk/>
            <pc:sldMk cId="1233932753" sldId="371"/>
            <ac:spMk id="30723" creationId="{00000000-0000-0000-0000-000000000000}"/>
          </ac:spMkLst>
        </pc:spChg>
        <pc:spChg chg="mod">
          <ac:chgData name="Oita-NHS y-okada" userId="5019df06-39ab-46e9-a3c9-7ad904e0be91" providerId="ADAL" clId="{4C1AD837-5612-5ED0-856B-03566CA500C6}" dt="2026-07-12T01:07:09.642" v="1300" actId="2711"/>
          <ac:spMkLst>
            <pc:docMk/>
            <pc:sldMk cId="1233932753" sldId="371"/>
            <ac:spMk id="30724" creationId="{00000000-0000-0000-0000-000000000000}"/>
          </ac:spMkLst>
        </pc:spChg>
        <pc:spChg chg="mod">
          <ac:chgData name="Oita-NHS y-okada" userId="5019df06-39ab-46e9-a3c9-7ad904e0be91" providerId="ADAL" clId="{4C1AD837-5612-5ED0-856B-03566CA500C6}" dt="2026-07-12T01:07:27.197" v="1302" actId="14100"/>
          <ac:spMkLst>
            <pc:docMk/>
            <pc:sldMk cId="1233932753" sldId="371"/>
            <ac:spMk id="30725" creationId="{00000000-0000-0000-0000-000000000000}"/>
          </ac:spMkLst>
        </pc:spChg>
        <pc:spChg chg="mod">
          <ac:chgData name="Oita-NHS y-okada" userId="5019df06-39ab-46e9-a3c9-7ad904e0be91" providerId="ADAL" clId="{4C1AD837-5612-5ED0-856B-03566CA500C6}" dt="2026-07-12T01:07:09.642" v="1300" actId="2711"/>
          <ac:spMkLst>
            <pc:docMk/>
            <pc:sldMk cId="1233932753" sldId="371"/>
            <ac:spMk id="30731" creationId="{00000000-0000-0000-0000-000000000000}"/>
          </ac:spMkLst>
        </pc:spChg>
        <pc:spChg chg="mod">
          <ac:chgData name="Oita-NHS y-okada" userId="5019df06-39ab-46e9-a3c9-7ad904e0be91" providerId="ADAL" clId="{4C1AD837-5612-5ED0-856B-03566CA500C6}" dt="2026-07-12T01:07:09.642" v="1300" actId="2711"/>
          <ac:spMkLst>
            <pc:docMk/>
            <pc:sldMk cId="1233932753" sldId="371"/>
            <ac:spMk id="30734" creationId="{00000000-0000-0000-0000-000000000000}"/>
          </ac:spMkLst>
        </pc:spChg>
        <pc:spChg chg="mod">
          <ac:chgData name="Oita-NHS y-okada" userId="5019df06-39ab-46e9-a3c9-7ad904e0be91" providerId="ADAL" clId="{4C1AD837-5612-5ED0-856B-03566CA500C6}" dt="2026-07-12T01:07:09.642" v="1300" actId="2711"/>
          <ac:spMkLst>
            <pc:docMk/>
            <pc:sldMk cId="1233932753" sldId="371"/>
            <ac:spMk id="30735" creationId="{00000000-0000-0000-0000-000000000000}"/>
          </ac:spMkLst>
        </pc:spChg>
        <pc:spChg chg="mod">
          <ac:chgData name="Oita-NHS y-okada" userId="5019df06-39ab-46e9-a3c9-7ad904e0be91" providerId="ADAL" clId="{4C1AD837-5612-5ED0-856B-03566CA500C6}" dt="2026-07-12T01:07:09.642" v="1300" actId="2711"/>
          <ac:spMkLst>
            <pc:docMk/>
            <pc:sldMk cId="1233932753" sldId="371"/>
            <ac:spMk id="30736" creationId="{00000000-0000-0000-0000-000000000000}"/>
          </ac:spMkLst>
        </pc:spChg>
        <pc:spChg chg="mod">
          <ac:chgData name="Oita-NHS y-okada" userId="5019df06-39ab-46e9-a3c9-7ad904e0be91" providerId="ADAL" clId="{4C1AD837-5612-5ED0-856B-03566CA500C6}" dt="2026-07-12T01:07:09.642" v="1300" actId="2711"/>
          <ac:spMkLst>
            <pc:docMk/>
            <pc:sldMk cId="1233932753" sldId="371"/>
            <ac:spMk id="30739" creationId="{00000000-0000-0000-0000-000000000000}"/>
          </ac:spMkLst>
        </pc:spChg>
        <pc:spChg chg="mod">
          <ac:chgData name="Oita-NHS y-okada" userId="5019df06-39ab-46e9-a3c9-7ad904e0be91" providerId="ADAL" clId="{4C1AD837-5612-5ED0-856B-03566CA500C6}" dt="2026-07-12T01:09:03.213" v="1305" actId="14100"/>
          <ac:spMkLst>
            <pc:docMk/>
            <pc:sldMk cId="1233932753" sldId="371"/>
            <ac:spMk id="30743" creationId="{00000000-0000-0000-0000-000000000000}"/>
          </ac:spMkLst>
        </pc:spChg>
        <pc:spChg chg="mod">
          <ac:chgData name="Oita-NHS y-okada" userId="5019df06-39ab-46e9-a3c9-7ad904e0be91" providerId="ADAL" clId="{4C1AD837-5612-5ED0-856B-03566CA500C6}" dt="2026-07-12T01:09:03.213" v="1305" actId="14100"/>
          <ac:spMkLst>
            <pc:docMk/>
            <pc:sldMk cId="1233932753" sldId="371"/>
            <ac:spMk id="30744" creationId="{00000000-0000-0000-0000-000000000000}"/>
          </ac:spMkLst>
        </pc:spChg>
        <pc:spChg chg="mod">
          <ac:chgData name="Oita-NHS y-okada" userId="5019df06-39ab-46e9-a3c9-7ad904e0be91" providerId="ADAL" clId="{4C1AD837-5612-5ED0-856B-03566CA500C6}" dt="2026-07-12T01:07:18.498" v="1301" actId="122"/>
          <ac:spMkLst>
            <pc:docMk/>
            <pc:sldMk cId="1233932753" sldId="371"/>
            <ac:spMk id="30752" creationId="{00000000-0000-0000-0000-000000000000}"/>
          </ac:spMkLst>
        </pc:spChg>
        <pc:grpChg chg="mod">
          <ac:chgData name="Oita-NHS y-okada" userId="5019df06-39ab-46e9-a3c9-7ad904e0be91" providerId="ADAL" clId="{4C1AD837-5612-5ED0-856B-03566CA500C6}" dt="2026-07-12T01:09:03.213" v="1305" actId="14100"/>
          <ac:grpSpMkLst>
            <pc:docMk/>
            <pc:sldMk cId="1233932753" sldId="371"/>
            <ac:grpSpMk id="6" creationId="{00000000-0000-0000-0000-000000000000}"/>
          </ac:grpSpMkLst>
        </pc:grpChg>
        <pc:picChg chg="mod">
          <ac:chgData name="Oita-NHS y-okada" userId="5019df06-39ab-46e9-a3c9-7ad904e0be91" providerId="ADAL" clId="{4C1AD837-5612-5ED0-856B-03566CA500C6}" dt="2026-07-12T01:07:09.642" v="1300" actId="2711"/>
          <ac:picMkLst>
            <pc:docMk/>
            <pc:sldMk cId="1233932753" sldId="371"/>
            <ac:picMk id="30727" creationId="{00000000-0000-0000-0000-000000000000}"/>
          </ac:picMkLst>
        </pc:picChg>
        <pc:picChg chg="mod">
          <ac:chgData name="Oita-NHS y-okada" userId="5019df06-39ab-46e9-a3c9-7ad904e0be91" providerId="ADAL" clId="{4C1AD837-5612-5ED0-856B-03566CA500C6}" dt="2026-07-12T01:07:09.642" v="1300" actId="2711"/>
          <ac:picMkLst>
            <pc:docMk/>
            <pc:sldMk cId="1233932753" sldId="371"/>
            <ac:picMk id="30730" creationId="{00000000-0000-0000-0000-000000000000}"/>
          </ac:picMkLst>
        </pc:picChg>
      </pc:sldChg>
      <pc:sldChg chg="modSp add mod modNotesTx">
        <pc:chgData name="Oita-NHS y-okada" userId="5019df06-39ab-46e9-a3c9-7ad904e0be91" providerId="ADAL" clId="{4C1AD837-5612-5ED0-856B-03566CA500C6}" dt="2026-07-12T01:12:40.865" v="1551" actId="20577"/>
        <pc:sldMkLst>
          <pc:docMk/>
          <pc:sldMk cId="3621083171" sldId="1241"/>
        </pc:sldMkLst>
        <pc:spChg chg="mod">
          <ac:chgData name="Oita-NHS y-okada" userId="5019df06-39ab-46e9-a3c9-7ad904e0be91" providerId="ADAL" clId="{4C1AD837-5612-5ED0-856B-03566CA500C6}" dt="2026-07-12T00:59:55.352" v="1219" actId="14100"/>
          <ac:spMkLst>
            <pc:docMk/>
            <pc:sldMk cId="3621083171" sldId="1241"/>
            <ac:spMk id="2" creationId="{D453FAAF-E43A-B112-E22B-B7E83F4C23F4}"/>
          </ac:spMkLst>
        </pc:spChg>
        <pc:spChg chg="mod">
          <ac:chgData name="Oita-NHS y-okada" userId="5019df06-39ab-46e9-a3c9-7ad904e0be91" providerId="ADAL" clId="{4C1AD837-5612-5ED0-856B-03566CA500C6}" dt="2026-07-12T01:01:19.870" v="1228" actId="207"/>
          <ac:spMkLst>
            <pc:docMk/>
            <pc:sldMk cId="3621083171" sldId="1241"/>
            <ac:spMk id="3" creationId="{D7B09FD6-66FA-D0C6-4E36-0F28172773A3}"/>
          </ac:spMkLst>
        </pc:spChg>
        <pc:spChg chg="mod">
          <ac:chgData name="Oita-NHS y-okada" userId="5019df06-39ab-46e9-a3c9-7ad904e0be91" providerId="ADAL" clId="{4C1AD837-5612-5ED0-856B-03566CA500C6}" dt="2026-07-12T01:00:54.071" v="1222" actId="207"/>
          <ac:spMkLst>
            <pc:docMk/>
            <pc:sldMk cId="3621083171" sldId="1241"/>
            <ac:spMk id="43" creationId="{23C90B15-C72F-10A4-B062-847FC6D67BE2}"/>
          </ac:spMkLst>
        </pc:spChg>
        <pc:spChg chg="mod">
          <ac:chgData name="Oita-NHS y-okada" userId="5019df06-39ab-46e9-a3c9-7ad904e0be91" providerId="ADAL" clId="{4C1AD837-5612-5ED0-856B-03566CA500C6}" dt="2026-07-12T01:00:57.587" v="1223" actId="207"/>
          <ac:spMkLst>
            <pc:docMk/>
            <pc:sldMk cId="3621083171" sldId="1241"/>
            <ac:spMk id="44" creationId="{D2E3EBD9-2D4F-48D5-F5E6-36285CEC1557}"/>
          </ac:spMkLst>
        </pc:spChg>
        <pc:spChg chg="mod">
          <ac:chgData name="Oita-NHS y-okada" userId="5019df06-39ab-46e9-a3c9-7ad904e0be91" providerId="ADAL" clId="{4C1AD837-5612-5ED0-856B-03566CA500C6}" dt="2026-07-12T01:00:47.016" v="1220" actId="207"/>
          <ac:spMkLst>
            <pc:docMk/>
            <pc:sldMk cId="3621083171" sldId="1241"/>
            <ac:spMk id="49" creationId="{81AECD5F-461E-35C1-EB5A-B31B6A41C808}"/>
          </ac:spMkLst>
        </pc:spChg>
        <pc:spChg chg="mod">
          <ac:chgData name="Oita-NHS y-okada" userId="5019df06-39ab-46e9-a3c9-7ad904e0be91" providerId="ADAL" clId="{4C1AD837-5612-5ED0-856B-03566CA500C6}" dt="2026-07-12T01:01:01.121" v="1224" actId="207"/>
          <ac:spMkLst>
            <pc:docMk/>
            <pc:sldMk cId="3621083171" sldId="1241"/>
            <ac:spMk id="51" creationId="{3381FF7C-275E-8B09-D52A-615489BC5CB3}"/>
          </ac:spMkLst>
        </pc:spChg>
        <pc:spChg chg="mod">
          <ac:chgData name="Oita-NHS y-okada" userId="5019df06-39ab-46e9-a3c9-7ad904e0be91" providerId="ADAL" clId="{4C1AD837-5612-5ED0-856B-03566CA500C6}" dt="2026-07-12T01:00:50.487" v="1221" actId="207"/>
          <ac:spMkLst>
            <pc:docMk/>
            <pc:sldMk cId="3621083171" sldId="1241"/>
            <ac:spMk id="63" creationId="{37E25595-F8E8-B031-C19C-01EEC693B7AC}"/>
          </ac:spMkLst>
        </pc:spChg>
        <pc:spChg chg="mod">
          <ac:chgData name="Oita-NHS y-okada" userId="5019df06-39ab-46e9-a3c9-7ad904e0be91" providerId="ADAL" clId="{4C1AD837-5612-5ED0-856B-03566CA500C6}" dt="2026-07-12T01:01:04.419" v="1225" actId="207"/>
          <ac:spMkLst>
            <pc:docMk/>
            <pc:sldMk cId="3621083171" sldId="1241"/>
            <ac:spMk id="65" creationId="{9B67E9BA-98C4-E878-85EF-09193DEDE651}"/>
          </ac:spMkLst>
        </pc:spChg>
        <pc:spChg chg="mod">
          <ac:chgData name="Oita-NHS y-okada" userId="5019df06-39ab-46e9-a3c9-7ad904e0be91" providerId="ADAL" clId="{4C1AD837-5612-5ED0-856B-03566CA500C6}" dt="2026-07-12T01:01:16.520" v="1227" actId="207"/>
          <ac:spMkLst>
            <pc:docMk/>
            <pc:sldMk cId="3621083171" sldId="1241"/>
            <ac:spMk id="66" creationId="{4AEF7C4E-980A-FF31-5515-EA85720E281A}"/>
          </ac:spMkLst>
        </pc:spChg>
        <pc:spChg chg="mod">
          <ac:chgData name="Oita-NHS y-okada" userId="5019df06-39ab-46e9-a3c9-7ad904e0be91" providerId="ADAL" clId="{4C1AD837-5612-5ED0-856B-03566CA500C6}" dt="2026-07-12T01:01:12.421" v="1226" actId="207"/>
          <ac:spMkLst>
            <pc:docMk/>
            <pc:sldMk cId="3621083171" sldId="1241"/>
            <ac:spMk id="67" creationId="{9CEA25D7-F79D-E82F-B0D6-D96E9ADD42AB}"/>
          </ac:spMkLst>
        </pc:spChg>
      </pc:sldChg>
      <pc:sldChg chg="addSp delSp modSp new mod">
        <pc:chgData name="Oita-NHS y-okada" userId="5019df06-39ab-46e9-a3c9-7ad904e0be91" providerId="ADAL" clId="{4C1AD837-5612-5ED0-856B-03566CA500C6}" dt="2026-07-12T01:58:16.347" v="2419" actId="20577"/>
        <pc:sldMkLst>
          <pc:docMk/>
          <pc:sldMk cId="3420616890" sldId="1242"/>
        </pc:sldMkLst>
        <pc:spChg chg="mod">
          <ac:chgData name="Oita-NHS y-okada" userId="5019df06-39ab-46e9-a3c9-7ad904e0be91" providerId="ADAL" clId="{4C1AD837-5612-5ED0-856B-03566CA500C6}" dt="2026-07-12T01:15:52.802" v="1559" actId="20577"/>
          <ac:spMkLst>
            <pc:docMk/>
            <pc:sldMk cId="3420616890" sldId="1242"/>
            <ac:spMk id="2" creationId="{88B1615C-5255-4297-F8B5-0CD00F084C97}"/>
          </ac:spMkLst>
        </pc:spChg>
        <pc:spChg chg="del">
          <ac:chgData name="Oita-NHS y-okada" userId="5019df06-39ab-46e9-a3c9-7ad904e0be91" providerId="ADAL" clId="{4C1AD837-5612-5ED0-856B-03566CA500C6}" dt="2026-07-12T01:16:05.842" v="1560" actId="21"/>
          <ac:spMkLst>
            <pc:docMk/>
            <pc:sldMk cId="3420616890" sldId="1242"/>
            <ac:spMk id="3" creationId="{29DD76D5-BEDC-7BED-A7AD-B453D11C9E48}"/>
          </ac:spMkLst>
        </pc:spChg>
        <pc:spChg chg="add mod">
          <ac:chgData name="Oita-NHS y-okada" userId="5019df06-39ab-46e9-a3c9-7ad904e0be91" providerId="ADAL" clId="{4C1AD837-5612-5ED0-856B-03566CA500C6}" dt="2026-07-12T01:58:16.347" v="2419" actId="20577"/>
          <ac:spMkLst>
            <pc:docMk/>
            <pc:sldMk cId="3420616890" sldId="1242"/>
            <ac:spMk id="4" creationId="{23CDC9D8-4834-D7D9-F142-7796FBFB42F4}"/>
          </ac:spMkLst>
        </pc:spChg>
      </pc:sldChg>
      <pc:sldChg chg="modSp new mod">
        <pc:chgData name="Oita-NHS y-okada" userId="5019df06-39ab-46e9-a3c9-7ad904e0be91" providerId="ADAL" clId="{4C1AD837-5612-5ED0-856B-03566CA500C6}" dt="2026-07-12T01:46:16.475" v="2242" actId="403"/>
        <pc:sldMkLst>
          <pc:docMk/>
          <pc:sldMk cId="3070384004" sldId="1243"/>
        </pc:sldMkLst>
        <pc:spChg chg="mod">
          <ac:chgData name="Oita-NHS y-okada" userId="5019df06-39ab-46e9-a3c9-7ad904e0be91" providerId="ADAL" clId="{4C1AD837-5612-5ED0-856B-03566CA500C6}" dt="2026-07-12T01:42:23.636" v="2194" actId="20577"/>
          <ac:spMkLst>
            <pc:docMk/>
            <pc:sldMk cId="3070384004" sldId="1243"/>
            <ac:spMk id="2" creationId="{BAD26C99-D3E7-D8B0-2C33-669130ABB196}"/>
          </ac:spMkLst>
        </pc:spChg>
        <pc:spChg chg="mod">
          <ac:chgData name="Oita-NHS y-okada" userId="5019df06-39ab-46e9-a3c9-7ad904e0be91" providerId="ADAL" clId="{4C1AD837-5612-5ED0-856B-03566CA500C6}" dt="2026-07-12T01:46:16.475" v="2242" actId="403"/>
          <ac:spMkLst>
            <pc:docMk/>
            <pc:sldMk cId="3070384004" sldId="1243"/>
            <ac:spMk id="3" creationId="{9FAD44C5-E87D-BAFF-9D7A-DAB722736136}"/>
          </ac:spMkLst>
        </pc:spChg>
      </pc:sldChg>
      <pc:sldChg chg="addSp modSp new mod">
        <pc:chgData name="Oita-NHS y-okada" userId="5019df06-39ab-46e9-a3c9-7ad904e0be91" providerId="ADAL" clId="{4C1AD837-5612-5ED0-856B-03566CA500C6}" dt="2026-07-12T01:50:03.051" v="2407" actId="20577"/>
        <pc:sldMkLst>
          <pc:docMk/>
          <pc:sldMk cId="476150318" sldId="1244"/>
        </pc:sldMkLst>
        <pc:spChg chg="mod">
          <ac:chgData name="Oita-NHS y-okada" userId="5019df06-39ab-46e9-a3c9-7ad904e0be91" providerId="ADAL" clId="{4C1AD837-5612-5ED0-856B-03566CA500C6}" dt="2026-07-12T01:46:09.240" v="2241" actId="20577"/>
          <ac:spMkLst>
            <pc:docMk/>
            <pc:sldMk cId="476150318" sldId="1244"/>
            <ac:spMk id="2" creationId="{2E2BAEAE-B96B-50B6-9919-58A15D1CDEF3}"/>
          </ac:spMkLst>
        </pc:spChg>
        <pc:spChg chg="add mod">
          <ac:chgData name="Oita-NHS y-okada" userId="5019df06-39ab-46e9-a3c9-7ad904e0be91" providerId="ADAL" clId="{4C1AD837-5612-5ED0-856B-03566CA500C6}" dt="2026-07-12T01:50:03.051" v="2407" actId="20577"/>
          <ac:spMkLst>
            <pc:docMk/>
            <pc:sldMk cId="476150318" sldId="1244"/>
            <ac:spMk id="3" creationId="{AD40B0E0-9672-62BE-560C-778A2E0CB312}"/>
          </ac:spMkLst>
        </pc:spChg>
      </pc:sldChg>
      <pc:sldChg chg="modSp new mod">
        <pc:chgData name="Oita-NHS y-okada" userId="5019df06-39ab-46e9-a3c9-7ad904e0be91" providerId="ADAL" clId="{4C1AD837-5612-5ED0-856B-03566CA500C6}" dt="2026-07-12T02:01:23.768" v="2518" actId="20577"/>
        <pc:sldMkLst>
          <pc:docMk/>
          <pc:sldMk cId="3414224749" sldId="1245"/>
        </pc:sldMkLst>
        <pc:spChg chg="mod">
          <ac:chgData name="Oita-NHS y-okada" userId="5019df06-39ab-46e9-a3c9-7ad904e0be91" providerId="ADAL" clId="{4C1AD837-5612-5ED0-856B-03566CA500C6}" dt="2026-07-12T02:01:23.768" v="2518" actId="20577"/>
          <ac:spMkLst>
            <pc:docMk/>
            <pc:sldMk cId="3414224749" sldId="1245"/>
            <ac:spMk id="2" creationId="{AAA98053-6CE0-2B02-586A-981122E1F0C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31430" y="144385"/>
            <a:ext cx="2918830" cy="495029"/>
          </a:xfrm>
          <a:prstGeom prst="rect">
            <a:avLst/>
          </a:prstGeom>
        </p:spPr>
        <p:txBody>
          <a:bodyPr vert="horz" lIns="94843" tIns="47421" rIns="94843" bIns="47421" rtlCol="0"/>
          <a:lstStyle>
            <a:lvl1pPr algn="l">
              <a:defRPr sz="1200"/>
            </a:lvl1pPr>
          </a:lstStyle>
          <a:p>
            <a:r>
              <a:rPr lang="ja-JP" altLang="en-US" sz="1100" dirty="0">
                <a:latin typeface="Century" panose="02040604050505020304" pitchFamily="18" charset="0"/>
              </a:rPr>
              <a:t>情報科学演習　第</a:t>
            </a:r>
            <a:r>
              <a:rPr lang="en-US" altLang="ja-JP" sz="1100" dirty="0">
                <a:latin typeface="Century" panose="02040604050505020304" pitchFamily="18" charset="0"/>
              </a:rPr>
              <a:t>01,02</a:t>
            </a:r>
            <a:r>
              <a:rPr lang="ja-JP" altLang="en-US" sz="1100" dirty="0">
                <a:latin typeface="Century" panose="02040604050505020304" pitchFamily="18" charset="0"/>
              </a:rPr>
              <a:t>回</a:t>
            </a:r>
          </a:p>
        </p:txBody>
      </p:sp>
      <p:sp>
        <p:nvSpPr>
          <p:cNvPr id="3" name="日付プレースホルダー 2"/>
          <p:cNvSpPr>
            <a:spLocks noGrp="1"/>
          </p:cNvSpPr>
          <p:nvPr>
            <p:ph type="dt" sz="quarter" idx="1"/>
          </p:nvPr>
        </p:nvSpPr>
        <p:spPr>
          <a:xfrm>
            <a:off x="3753007" y="144385"/>
            <a:ext cx="2918830" cy="495029"/>
          </a:xfrm>
          <a:prstGeom prst="rect">
            <a:avLst/>
          </a:prstGeom>
        </p:spPr>
        <p:txBody>
          <a:bodyPr vert="horz" lIns="94843" tIns="47421" rIns="94843" bIns="47421" rtlCol="0"/>
          <a:lstStyle>
            <a:lvl1pPr algn="r">
              <a:defRPr sz="1200"/>
            </a:lvl1pPr>
          </a:lstStyle>
          <a:p>
            <a:r>
              <a:rPr lang="ja-JP" altLang="en-US" sz="1000" dirty="0"/>
              <a:t>佐伯（県立看護科学大学）　</a:t>
            </a:r>
            <a:r>
              <a:rPr lang="en-US" altLang="ja-JP" sz="1000" dirty="0"/>
              <a:t>2025/07/14</a:t>
            </a:r>
            <a:endParaRPr lang="ja-JP" altLang="en-US" sz="1000" dirty="0"/>
          </a:p>
        </p:txBody>
      </p:sp>
      <p:sp>
        <p:nvSpPr>
          <p:cNvPr id="4" name="フッター プレースホルダー 3"/>
          <p:cNvSpPr>
            <a:spLocks noGrp="1"/>
          </p:cNvSpPr>
          <p:nvPr>
            <p:ph type="ftr" sz="quarter" idx="2"/>
          </p:nvPr>
        </p:nvSpPr>
        <p:spPr>
          <a:xfrm>
            <a:off x="2" y="9371286"/>
            <a:ext cx="2918830" cy="495028"/>
          </a:xfrm>
          <a:prstGeom prst="rect">
            <a:avLst/>
          </a:prstGeom>
        </p:spPr>
        <p:txBody>
          <a:bodyPr vert="horz" lIns="94843" tIns="47421" rIns="94843" bIns="47421"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603324" y="9123774"/>
            <a:ext cx="2918830" cy="495028"/>
          </a:xfrm>
          <a:prstGeom prst="rect">
            <a:avLst/>
          </a:prstGeom>
        </p:spPr>
        <p:txBody>
          <a:bodyPr vert="horz" lIns="94843" tIns="47421" rIns="94843" bIns="47421" rtlCol="0" anchor="b"/>
          <a:lstStyle>
            <a:lvl1pPr algn="r">
              <a:defRPr sz="1200"/>
            </a:lvl1pPr>
          </a:lstStyle>
          <a:p>
            <a:fld id="{6BEDACBC-61EA-4BD9-BBAA-731697512B98}" type="slidenum">
              <a:rPr kumimoji="1" lang="ja-JP" altLang="en-US" smtClean="0"/>
              <a:t>‹#›</a:t>
            </a:fld>
            <a:endParaRPr kumimoji="1" lang="ja-JP" altLang="en-US"/>
          </a:p>
        </p:txBody>
      </p:sp>
    </p:spTree>
    <p:extLst>
      <p:ext uri="{BB962C8B-B14F-4D97-AF65-F5344CB8AC3E}">
        <p14:creationId xmlns:p14="http://schemas.microsoft.com/office/powerpoint/2010/main" val="38628319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0"/>
            <a:ext cx="2919413" cy="495300"/>
          </a:xfrm>
          <a:prstGeom prst="rect">
            <a:avLst/>
          </a:prstGeom>
        </p:spPr>
        <p:txBody>
          <a:bodyPr vert="horz" lIns="91425" tIns="45713" rIns="91425" bIns="45713"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4763" y="0"/>
            <a:ext cx="2919412" cy="495300"/>
          </a:xfrm>
          <a:prstGeom prst="rect">
            <a:avLst/>
          </a:prstGeom>
        </p:spPr>
        <p:txBody>
          <a:bodyPr vert="horz" lIns="91425" tIns="45713" rIns="91425" bIns="45713" rtlCol="0"/>
          <a:lstStyle>
            <a:lvl1pPr algn="r">
              <a:defRPr sz="1200"/>
            </a:lvl1pPr>
          </a:lstStyle>
          <a:p>
            <a:fld id="{12610A69-B1D6-4BBC-81FB-66021385573F}" type="datetimeFigureOut">
              <a:rPr kumimoji="1" lang="ja-JP" altLang="en-US" smtClean="0"/>
              <a:t>2026/7/12</a:t>
            </a:fld>
            <a:endParaRPr kumimoji="1" lang="ja-JP" altLang="en-US"/>
          </a:p>
        </p:txBody>
      </p:sp>
      <p:sp>
        <p:nvSpPr>
          <p:cNvPr id="4" name="スライド イメージ プレースホルダー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425" tIns="45713" rIns="91425" bIns="45713" rtlCol="0" anchor="ctr"/>
          <a:lstStyle/>
          <a:p>
            <a:endParaRPr lang="ja-JP" altLang="en-US"/>
          </a:p>
        </p:txBody>
      </p:sp>
      <p:sp>
        <p:nvSpPr>
          <p:cNvPr id="5" name="ノート プレースホルダー 4"/>
          <p:cNvSpPr>
            <a:spLocks noGrp="1"/>
          </p:cNvSpPr>
          <p:nvPr>
            <p:ph type="body" sz="quarter" idx="3"/>
          </p:nvPr>
        </p:nvSpPr>
        <p:spPr>
          <a:xfrm>
            <a:off x="673101" y="4748213"/>
            <a:ext cx="5389563" cy="3884612"/>
          </a:xfrm>
          <a:prstGeom prst="rect">
            <a:avLst/>
          </a:prstGeom>
        </p:spPr>
        <p:txBody>
          <a:bodyPr vert="horz" lIns="91425" tIns="45713" rIns="91425" bIns="45713"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371014"/>
            <a:ext cx="2919413" cy="495300"/>
          </a:xfrm>
          <a:prstGeom prst="rect">
            <a:avLst/>
          </a:prstGeom>
        </p:spPr>
        <p:txBody>
          <a:bodyPr vert="horz" lIns="91425" tIns="45713" rIns="91425" bIns="45713"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4763" y="9371014"/>
            <a:ext cx="2919412" cy="495300"/>
          </a:xfrm>
          <a:prstGeom prst="rect">
            <a:avLst/>
          </a:prstGeom>
        </p:spPr>
        <p:txBody>
          <a:bodyPr vert="horz" lIns="91425" tIns="45713" rIns="91425" bIns="45713" rtlCol="0" anchor="b"/>
          <a:lstStyle>
            <a:lvl1pPr algn="r">
              <a:defRPr sz="1200"/>
            </a:lvl1pPr>
          </a:lstStyle>
          <a:p>
            <a:fld id="{9ED3D01C-CB4D-4A9A-89CC-1FDCEDD4C1C2}" type="slidenum">
              <a:rPr kumimoji="1" lang="ja-JP" altLang="en-US" smtClean="0"/>
              <a:t>‹#›</a:t>
            </a:fld>
            <a:endParaRPr kumimoji="1" lang="ja-JP" altLang="en-US"/>
          </a:p>
        </p:txBody>
      </p:sp>
    </p:spTree>
    <p:extLst>
      <p:ext uri="{BB962C8B-B14F-4D97-AF65-F5344CB8AC3E}">
        <p14:creationId xmlns:p14="http://schemas.microsoft.com/office/powerpoint/2010/main" val="306049110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09575" y="1233488"/>
            <a:ext cx="5916613" cy="3328987"/>
          </a:xfrm>
        </p:spPr>
      </p:sp>
      <p:sp>
        <p:nvSpPr>
          <p:cNvPr id="3" name="ノート プレースホルダー 2"/>
          <p:cNvSpPr>
            <a:spLocks noGrp="1"/>
          </p:cNvSpPr>
          <p:nvPr>
            <p:ph type="body" idx="1"/>
          </p:nvPr>
        </p:nvSpPr>
        <p:spPr/>
        <p:txBody>
          <a:bodyPr/>
          <a:lstStyle/>
          <a:p>
            <a:r>
              <a:rPr kumimoji="1" lang="ja-JP" altLang="en-US" dirty="0"/>
              <a:t>要修正</a:t>
            </a:r>
          </a:p>
        </p:txBody>
      </p:sp>
      <p:sp>
        <p:nvSpPr>
          <p:cNvPr id="4" name="スライド番号プレースホルダー 3"/>
          <p:cNvSpPr>
            <a:spLocks noGrp="1"/>
          </p:cNvSpPr>
          <p:nvPr>
            <p:ph type="sldNum" sz="quarter" idx="10"/>
          </p:nvPr>
        </p:nvSpPr>
        <p:spPr/>
        <p:txBody>
          <a:bodyPr/>
          <a:lstStyle/>
          <a:p>
            <a:fld id="{9ED3D01C-CB4D-4A9A-89CC-1FDCEDD4C1C2}" type="slidenum">
              <a:rPr kumimoji="1" lang="ja-JP" altLang="en-US" smtClean="0"/>
              <a:t>9</a:t>
            </a:fld>
            <a:endParaRPr kumimoji="1" lang="ja-JP" altLang="en-US"/>
          </a:p>
        </p:txBody>
      </p:sp>
    </p:spTree>
    <p:extLst>
      <p:ext uri="{BB962C8B-B14F-4D97-AF65-F5344CB8AC3E}">
        <p14:creationId xmlns:p14="http://schemas.microsoft.com/office/powerpoint/2010/main" val="2439808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09575" y="1233488"/>
            <a:ext cx="5916613" cy="3328987"/>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9ED3D01C-CB4D-4A9A-89CC-1FDCEDD4C1C2}" type="slidenum">
              <a:rPr kumimoji="1" lang="ja-JP" altLang="en-US" smtClean="0"/>
              <a:t>11</a:t>
            </a:fld>
            <a:endParaRPr kumimoji="1" lang="ja-JP" altLang="en-US"/>
          </a:p>
        </p:txBody>
      </p:sp>
    </p:spTree>
    <p:extLst>
      <p:ext uri="{BB962C8B-B14F-4D97-AF65-F5344CB8AC3E}">
        <p14:creationId xmlns:p14="http://schemas.microsoft.com/office/powerpoint/2010/main" val="1343821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9ED3D01C-CB4D-4A9A-89CC-1FDCEDD4C1C2}" type="slidenum">
              <a:rPr kumimoji="1" lang="ja-JP" altLang="en-US" smtClean="0"/>
              <a:t>14</a:t>
            </a:fld>
            <a:endParaRPr kumimoji="1" lang="ja-JP" altLang="en-US"/>
          </a:p>
        </p:txBody>
      </p:sp>
    </p:spTree>
    <p:extLst>
      <p:ext uri="{BB962C8B-B14F-4D97-AF65-F5344CB8AC3E}">
        <p14:creationId xmlns:p14="http://schemas.microsoft.com/office/powerpoint/2010/main" val="9668582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09575" y="1233488"/>
            <a:ext cx="5916613" cy="3328987"/>
          </a:xfrm>
        </p:spPr>
      </p:sp>
      <p:sp>
        <p:nvSpPr>
          <p:cNvPr id="3" name="ノート プレースホルダー 2"/>
          <p:cNvSpPr>
            <a:spLocks noGrp="1"/>
          </p:cNvSpPr>
          <p:nvPr>
            <p:ph type="body" idx="1"/>
          </p:nvPr>
        </p:nvSpPr>
        <p:spPr/>
        <p:txBody>
          <a:bodyPr/>
          <a:lstStyle/>
          <a:p>
            <a:r>
              <a:rPr kumimoji="1" lang="ja-JP" altLang="en-US" dirty="0"/>
              <a:t>可能なら差し替え</a:t>
            </a:r>
            <a:endParaRPr kumimoji="1" lang="en-US" altLang="ja-JP" dirty="0"/>
          </a:p>
          <a:p>
            <a:r>
              <a:rPr kumimoji="1" lang="ja-JP" altLang="en-US" dirty="0"/>
              <a:t>ノート</a:t>
            </a:r>
            <a:r>
              <a:rPr kumimoji="1" lang="en-US" altLang="ja-JP" dirty="0"/>
              <a:t>PC</a:t>
            </a:r>
            <a:r>
              <a:rPr kumimoji="1" lang="ja-JP" altLang="en-US" dirty="0"/>
              <a:t>のキーボードの際の操作</a:t>
            </a:r>
          </a:p>
        </p:txBody>
      </p:sp>
      <p:sp>
        <p:nvSpPr>
          <p:cNvPr id="4" name="スライド番号プレースホルダー 3"/>
          <p:cNvSpPr>
            <a:spLocks noGrp="1"/>
          </p:cNvSpPr>
          <p:nvPr>
            <p:ph type="sldNum" sz="quarter" idx="10"/>
          </p:nvPr>
        </p:nvSpPr>
        <p:spPr/>
        <p:txBody>
          <a:bodyPr/>
          <a:lstStyle/>
          <a:p>
            <a:fld id="{9ED3D01C-CB4D-4A9A-89CC-1FDCEDD4C1C2}" type="slidenum">
              <a:rPr kumimoji="1" lang="ja-JP" altLang="en-US" smtClean="0"/>
              <a:t>16</a:t>
            </a:fld>
            <a:endParaRPr kumimoji="1" lang="ja-JP" altLang="en-US"/>
          </a:p>
        </p:txBody>
      </p:sp>
    </p:spTree>
    <p:extLst>
      <p:ext uri="{BB962C8B-B14F-4D97-AF65-F5344CB8AC3E}">
        <p14:creationId xmlns:p14="http://schemas.microsoft.com/office/powerpoint/2010/main" val="30703969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09575" y="1233488"/>
            <a:ext cx="5916613" cy="3328987"/>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9ED3D01C-CB4D-4A9A-89CC-1FDCEDD4C1C2}" type="slidenum">
              <a:rPr kumimoji="1" lang="ja-JP" altLang="en-US" smtClean="0"/>
              <a:t>18</a:t>
            </a:fld>
            <a:endParaRPr kumimoji="1" lang="ja-JP" altLang="en-US"/>
          </a:p>
        </p:txBody>
      </p:sp>
    </p:spTree>
    <p:extLst>
      <p:ext uri="{BB962C8B-B14F-4D97-AF65-F5344CB8AC3E}">
        <p14:creationId xmlns:p14="http://schemas.microsoft.com/office/powerpoint/2010/main" val="28242315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6E6C7-CEC9-33BD-CBDB-EB593ACCA09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D1C977D-1EEB-D50C-EAA6-BDE26F2E48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33DD71D-5714-C905-3538-306CE63C6C0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47A3880-AB6E-DE70-9ACC-BFB696839BC5}"/>
              </a:ext>
            </a:extLst>
          </p:cNvPr>
          <p:cNvSpPr>
            <a:spLocks noGrp="1"/>
          </p:cNvSpPr>
          <p:nvPr>
            <p:ph type="sldNum" sz="quarter" idx="5"/>
          </p:nvPr>
        </p:nvSpPr>
        <p:spPr/>
        <p:txBody>
          <a:bodyPr/>
          <a:lstStyle/>
          <a:p>
            <a:fld id="{9ED3D01C-CB4D-4A9A-89CC-1FDCEDD4C1C2}" type="slidenum">
              <a:rPr kumimoji="1" lang="ja-JP" altLang="en-US" smtClean="0"/>
              <a:t>19</a:t>
            </a:fld>
            <a:endParaRPr kumimoji="1" lang="ja-JP" altLang="en-US"/>
          </a:p>
        </p:txBody>
      </p:sp>
    </p:spTree>
    <p:extLst>
      <p:ext uri="{BB962C8B-B14F-4D97-AF65-F5344CB8AC3E}">
        <p14:creationId xmlns:p14="http://schemas.microsoft.com/office/powerpoint/2010/main" val="36126255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9ED3D01C-CB4D-4A9A-89CC-1FDCEDD4C1C2}" type="slidenum">
              <a:rPr kumimoji="1" lang="ja-JP" altLang="en-US" smtClean="0"/>
              <a:t>20</a:t>
            </a:fld>
            <a:endParaRPr kumimoji="1" lang="ja-JP" altLang="en-US"/>
          </a:p>
        </p:txBody>
      </p:sp>
    </p:spTree>
    <p:extLst>
      <p:ext uri="{BB962C8B-B14F-4D97-AF65-F5344CB8AC3E}">
        <p14:creationId xmlns:p14="http://schemas.microsoft.com/office/powerpoint/2010/main" val="17886202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9ED3D01C-CB4D-4A9A-89CC-1FDCEDD4C1C2}" type="slidenum">
              <a:rPr kumimoji="1" lang="ja-JP" altLang="en-US" smtClean="0"/>
              <a:t>24</a:t>
            </a:fld>
            <a:endParaRPr kumimoji="1" lang="ja-JP" altLang="en-US"/>
          </a:p>
        </p:txBody>
      </p:sp>
    </p:spTree>
    <p:extLst>
      <p:ext uri="{BB962C8B-B14F-4D97-AF65-F5344CB8AC3E}">
        <p14:creationId xmlns:p14="http://schemas.microsoft.com/office/powerpoint/2010/main" val="26808229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09575" y="1233488"/>
            <a:ext cx="5916613" cy="3328987"/>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9ED3D01C-CB4D-4A9A-89CC-1FDCEDD4C1C2}" type="slidenum">
              <a:rPr kumimoji="1" lang="ja-JP" altLang="en-US" smtClean="0"/>
              <a:t>25</a:t>
            </a:fld>
            <a:endParaRPr kumimoji="1" lang="ja-JP" altLang="en-US"/>
          </a:p>
        </p:txBody>
      </p:sp>
    </p:spTree>
    <p:extLst>
      <p:ext uri="{BB962C8B-B14F-4D97-AF65-F5344CB8AC3E}">
        <p14:creationId xmlns:p14="http://schemas.microsoft.com/office/powerpoint/2010/main" val="29111996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09575" y="1233488"/>
            <a:ext cx="5916613" cy="3328987"/>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9ED3D01C-CB4D-4A9A-89CC-1FDCEDD4C1C2}" type="slidenum">
              <a:rPr kumimoji="1" lang="ja-JP" altLang="en-US" smtClean="0"/>
              <a:t>26</a:t>
            </a:fld>
            <a:endParaRPr kumimoji="1" lang="ja-JP" altLang="en-US"/>
          </a:p>
        </p:txBody>
      </p:sp>
    </p:spTree>
    <p:extLst>
      <p:ext uri="{BB962C8B-B14F-4D97-AF65-F5344CB8AC3E}">
        <p14:creationId xmlns:p14="http://schemas.microsoft.com/office/powerpoint/2010/main" val="16196324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ネットワークとは、コ</a:t>
            </a:r>
            <a:r>
              <a:rPr lang="ja-JP" altLang="ja-JP"/>
              <a:t>ンピュータ同士をつないで情報をやり取りする仕組み</a:t>
            </a:r>
          </a:p>
          <a:p>
            <a:endParaRPr kumimoji="1" lang="ja-JP" altLang="en-US"/>
          </a:p>
        </p:txBody>
      </p:sp>
      <p:sp>
        <p:nvSpPr>
          <p:cNvPr id="4" name="スライド番号プレースホルダー 3"/>
          <p:cNvSpPr>
            <a:spLocks noGrp="1"/>
          </p:cNvSpPr>
          <p:nvPr>
            <p:ph type="sldNum" sz="quarter" idx="5"/>
          </p:nvPr>
        </p:nvSpPr>
        <p:spPr/>
        <p:txBody>
          <a:bodyPr/>
          <a:lstStyle/>
          <a:p>
            <a:fld id="{9ED3D01C-CB4D-4A9A-89CC-1FDCEDD4C1C2}" type="slidenum">
              <a:rPr kumimoji="1" lang="ja-JP" altLang="en-US" smtClean="0"/>
              <a:t>32</a:t>
            </a:fld>
            <a:endParaRPr kumimoji="1" lang="ja-JP" altLang="en-US"/>
          </a:p>
        </p:txBody>
      </p:sp>
    </p:spTree>
    <p:extLst>
      <p:ext uri="{BB962C8B-B14F-4D97-AF65-F5344CB8AC3E}">
        <p14:creationId xmlns:p14="http://schemas.microsoft.com/office/powerpoint/2010/main" val="14360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b="1"/>
              <a:t>IPアドレス</a:t>
            </a:r>
            <a:r>
              <a:rPr lang="ja-JP" altLang="ja-JP"/>
              <a:t>とは、ネットワーク上でコンピュータやスマートフォン、サーバなどを識別するための </a:t>
            </a:r>
            <a:r>
              <a:rPr lang="ja-JP" altLang="ja-JP" b="1"/>
              <a:t>住所のような番号</a:t>
            </a:r>
            <a:r>
              <a:rPr lang="ja-JP" altLang="ja-JP"/>
              <a:t> です。</a:t>
            </a:r>
          </a:p>
          <a:p>
            <a:endParaRPr kumimoji="1" lang="ja-JP" altLang="en-US"/>
          </a:p>
        </p:txBody>
      </p:sp>
      <p:sp>
        <p:nvSpPr>
          <p:cNvPr id="4" name="スライド番号プレースホルダー 3"/>
          <p:cNvSpPr>
            <a:spLocks noGrp="1"/>
          </p:cNvSpPr>
          <p:nvPr>
            <p:ph type="sldNum" sz="quarter" idx="5"/>
          </p:nvPr>
        </p:nvSpPr>
        <p:spPr/>
        <p:txBody>
          <a:bodyPr/>
          <a:lstStyle/>
          <a:p>
            <a:fld id="{9ED3D01C-CB4D-4A9A-89CC-1FDCEDD4C1C2}" type="slidenum">
              <a:rPr kumimoji="1" lang="ja-JP" altLang="en-US" smtClean="0"/>
              <a:t>33</a:t>
            </a:fld>
            <a:endParaRPr kumimoji="1" lang="ja-JP" altLang="en-US"/>
          </a:p>
        </p:txBody>
      </p:sp>
    </p:spTree>
    <p:extLst>
      <p:ext uri="{BB962C8B-B14F-4D97-AF65-F5344CB8AC3E}">
        <p14:creationId xmlns:p14="http://schemas.microsoft.com/office/powerpoint/2010/main" val="27304206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b="1"/>
              <a:t>ネットワーク上のサーバ</a:t>
            </a:r>
            <a:r>
              <a:rPr lang="ja-JP" altLang="ja-JP"/>
              <a:t>とは、ネットワークを通じて他のコンピュータやスマートフォンに何らかの機能を提供するコンピュータ、またはその機能そのものを指します。</a:t>
            </a:r>
          </a:p>
          <a:p>
            <a:r>
              <a:rPr lang="ja-JP" altLang="ja-JP"/>
              <a:t>ここでいう </a:t>
            </a:r>
            <a:r>
              <a:rPr lang="ja-JP" altLang="ja-JP" b="1"/>
              <a:t>サービス</a:t>
            </a:r>
            <a:r>
              <a:rPr lang="ja-JP" altLang="ja-JP"/>
              <a:t> とは、「利用者や他のコンピュータに提供される機能」のことです。たとえば、Webページを見せる、メールを送受信する、ファイルを保存する、データを検索する、といった機能です。</a:t>
            </a:r>
          </a:p>
          <a:p>
            <a:r>
              <a:rPr lang="ja-JP" altLang="en-US">
                <a:effectLst/>
              </a:rPr>
              <a:t>・</a:t>
            </a:r>
            <a:r>
              <a:rPr lang="ja-JP" altLang="ja-JP">
                <a:effectLst/>
              </a:rPr>
              <a:t>Webサーバ</a:t>
            </a:r>
            <a:r>
              <a:rPr lang="ja-JP" altLang="en-US">
                <a:effectLst/>
              </a:rPr>
              <a:t>：</a:t>
            </a:r>
            <a:r>
              <a:rPr lang="ja-JP" altLang="ja-JP">
                <a:effectLst/>
              </a:rPr>
              <a:t>Webページを配信する</a:t>
            </a:r>
            <a:r>
              <a:rPr lang="ja-JP" altLang="en-US">
                <a:effectLst/>
              </a:rPr>
              <a:t>　例）</a:t>
            </a:r>
            <a:r>
              <a:rPr lang="ja-JP" altLang="ja-JP">
                <a:effectLst/>
              </a:rPr>
              <a:t>企業サイト、ニュースサイト、ECサイト</a:t>
            </a:r>
          </a:p>
          <a:p>
            <a:r>
              <a:rPr lang="ja-JP" altLang="en-US">
                <a:effectLst/>
              </a:rPr>
              <a:t>・</a:t>
            </a:r>
            <a:r>
              <a:rPr lang="ja-JP" altLang="ja-JP">
                <a:effectLst/>
              </a:rPr>
              <a:t>ファイルサーバ</a:t>
            </a:r>
            <a:r>
              <a:rPr lang="ja-JP" altLang="en-US">
                <a:effectLst/>
              </a:rPr>
              <a:t>：</a:t>
            </a:r>
            <a:r>
              <a:rPr lang="ja-JP" altLang="ja-JP">
                <a:effectLst/>
              </a:rPr>
              <a:t>ファイルを保存・共有する</a:t>
            </a:r>
            <a:r>
              <a:rPr lang="ja-JP" altLang="en-US">
                <a:effectLst/>
              </a:rPr>
              <a:t>　例）</a:t>
            </a:r>
            <a:r>
              <a:rPr lang="ja-JP" altLang="ja-JP">
                <a:effectLst/>
              </a:rPr>
              <a:t>クラウドストレージ</a:t>
            </a:r>
          </a:p>
          <a:p>
            <a:r>
              <a:rPr lang="ja-JP" altLang="en-US">
                <a:effectLst/>
              </a:rPr>
              <a:t>・</a:t>
            </a:r>
            <a:r>
              <a:rPr lang="ja-JP" altLang="ja-JP">
                <a:effectLst/>
              </a:rPr>
              <a:t>メールサーバ</a:t>
            </a:r>
            <a:r>
              <a:rPr lang="ja-JP" altLang="en-US">
                <a:effectLst/>
              </a:rPr>
              <a:t>：</a:t>
            </a:r>
            <a:r>
              <a:rPr lang="ja-JP" altLang="ja-JP">
                <a:effectLst/>
              </a:rPr>
              <a:t>メールの送受信を行う</a:t>
            </a:r>
            <a:r>
              <a:rPr lang="ja-JP" altLang="en-US">
                <a:effectLst/>
              </a:rPr>
              <a:t>　例）</a:t>
            </a:r>
            <a:r>
              <a:rPr lang="ja-JP" altLang="ja-JP">
                <a:effectLst/>
              </a:rPr>
              <a:t>Gmail</a:t>
            </a:r>
          </a:p>
          <a:p>
            <a:r>
              <a:rPr lang="ja-JP" altLang="en-US">
                <a:effectLst/>
              </a:rPr>
              <a:t>・</a:t>
            </a:r>
            <a:r>
              <a:rPr lang="ja-JP" altLang="ja-JP">
                <a:effectLst/>
              </a:rPr>
              <a:t>データベースサーバ</a:t>
            </a:r>
            <a:r>
              <a:rPr lang="ja-JP" altLang="en-US">
                <a:effectLst/>
              </a:rPr>
              <a:t>：</a:t>
            </a:r>
            <a:r>
              <a:rPr lang="ja-JP" altLang="ja-JP">
                <a:effectLst/>
              </a:rPr>
              <a:t>データを保存・検索する</a:t>
            </a:r>
            <a:r>
              <a:rPr lang="ja-JP" altLang="en-US">
                <a:effectLst/>
              </a:rPr>
              <a:t>　例）</a:t>
            </a:r>
            <a:r>
              <a:rPr lang="ja-JP" altLang="ja-JP">
                <a:effectLst/>
              </a:rPr>
              <a:t>商品情報、売上データ</a:t>
            </a:r>
          </a:p>
          <a:p>
            <a:r>
              <a:rPr lang="ja-JP" altLang="en-US">
                <a:effectLst/>
              </a:rPr>
              <a:t>・</a:t>
            </a:r>
            <a:r>
              <a:rPr lang="ja-JP" altLang="ja-JP">
                <a:effectLst/>
              </a:rPr>
              <a:t>アプリケーションサーバ</a:t>
            </a:r>
            <a:r>
              <a:rPr lang="ja-JP" altLang="en-US">
                <a:effectLst/>
              </a:rPr>
              <a:t>：</a:t>
            </a:r>
            <a:r>
              <a:rPr lang="ja-JP" altLang="ja-JP">
                <a:effectLst/>
              </a:rPr>
              <a:t>業務処理やアプリの中心処理を行う</a:t>
            </a:r>
            <a:r>
              <a:rPr lang="ja-JP" altLang="en-US">
                <a:effectLst/>
              </a:rPr>
              <a:t>　例）</a:t>
            </a:r>
            <a:r>
              <a:rPr lang="ja-JP" altLang="ja-JP">
                <a:effectLst/>
              </a:rPr>
              <a:t>ログイン処理、決済処理、予約処理</a:t>
            </a:r>
          </a:p>
          <a:p>
            <a:r>
              <a:rPr lang="ja-JP" altLang="en-US">
                <a:effectLst/>
              </a:rPr>
              <a:t>・</a:t>
            </a:r>
            <a:r>
              <a:rPr lang="ja-JP" altLang="ja-JP">
                <a:effectLst/>
              </a:rPr>
              <a:t>DNSサーバ</a:t>
            </a:r>
            <a:r>
              <a:rPr lang="ja-JP" altLang="en-US">
                <a:effectLst/>
              </a:rPr>
              <a:t>：</a:t>
            </a:r>
            <a:r>
              <a:rPr lang="ja-JP" altLang="ja-JP">
                <a:effectLst/>
              </a:rPr>
              <a:t>ドメイン名をIPアドレスに変換する</a:t>
            </a:r>
            <a:r>
              <a:rPr lang="ja-JP" altLang="en-US">
                <a:effectLst/>
              </a:rPr>
              <a:t>　例）</a:t>
            </a:r>
            <a:r>
              <a:rPr kumimoji="1" lang="ja-JP" altLang="ja-JP" sz="1200" kern="1200">
                <a:solidFill>
                  <a:schemeClr val="tx1"/>
                </a:solidFill>
                <a:effectLst/>
                <a:latin typeface="+mn-lt"/>
                <a:ea typeface="+mn-ea"/>
                <a:cs typeface="+mn-cs"/>
              </a:rPr>
              <a:t>example.com</a:t>
            </a:r>
            <a:r>
              <a:rPr lang="ja-JP" altLang="ja-JP">
                <a:effectLst/>
              </a:rPr>
              <a:t> をサーバの住所に変換</a:t>
            </a:r>
          </a:p>
          <a:p>
            <a:endParaRPr kumimoji="1" lang="ja-JP" altLang="en-US"/>
          </a:p>
        </p:txBody>
      </p:sp>
      <p:sp>
        <p:nvSpPr>
          <p:cNvPr id="4" name="スライド番号プレースホルダー 3"/>
          <p:cNvSpPr>
            <a:spLocks noGrp="1"/>
          </p:cNvSpPr>
          <p:nvPr>
            <p:ph type="sldNum" sz="quarter" idx="5"/>
          </p:nvPr>
        </p:nvSpPr>
        <p:spPr/>
        <p:txBody>
          <a:bodyPr/>
          <a:lstStyle/>
          <a:p>
            <a:fld id="{9ED3D01C-CB4D-4A9A-89CC-1FDCEDD4C1C2}" type="slidenum">
              <a:rPr kumimoji="1" lang="ja-JP" altLang="en-US" smtClean="0"/>
              <a:t>37</a:t>
            </a:fld>
            <a:endParaRPr kumimoji="1" lang="ja-JP" altLang="en-US"/>
          </a:p>
        </p:txBody>
      </p:sp>
    </p:spTree>
    <p:extLst>
      <p:ext uri="{BB962C8B-B14F-4D97-AF65-F5344CB8AC3E}">
        <p14:creationId xmlns:p14="http://schemas.microsoft.com/office/powerpoint/2010/main" val="13667554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9ED3D01C-CB4D-4A9A-89CC-1FDCEDD4C1C2}" type="slidenum">
              <a:rPr kumimoji="1" lang="ja-JP" altLang="en-US" smtClean="0"/>
              <a:t>45</a:t>
            </a:fld>
            <a:endParaRPr kumimoji="1" lang="ja-JP" altLang="en-US"/>
          </a:p>
        </p:txBody>
      </p:sp>
    </p:spTree>
    <p:extLst>
      <p:ext uri="{BB962C8B-B14F-4D97-AF65-F5344CB8AC3E}">
        <p14:creationId xmlns:p14="http://schemas.microsoft.com/office/powerpoint/2010/main" val="19813327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9ED3D01C-CB4D-4A9A-89CC-1FDCEDD4C1C2}" type="slidenum">
              <a:rPr kumimoji="1" lang="ja-JP" altLang="en-US" smtClean="0"/>
              <a:t>46</a:t>
            </a:fld>
            <a:endParaRPr kumimoji="1" lang="ja-JP" altLang="en-US"/>
          </a:p>
        </p:txBody>
      </p:sp>
    </p:spTree>
    <p:extLst>
      <p:ext uri="{BB962C8B-B14F-4D97-AF65-F5344CB8AC3E}">
        <p14:creationId xmlns:p14="http://schemas.microsoft.com/office/powerpoint/2010/main" val="20098034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9ED3D01C-CB4D-4A9A-89CC-1FDCEDD4C1C2}" type="slidenum">
              <a:rPr kumimoji="1" lang="ja-JP" altLang="en-US" smtClean="0"/>
              <a:t>47</a:t>
            </a:fld>
            <a:endParaRPr kumimoji="1" lang="ja-JP" altLang="en-US"/>
          </a:p>
        </p:txBody>
      </p:sp>
    </p:spTree>
    <p:extLst>
      <p:ext uri="{BB962C8B-B14F-4D97-AF65-F5344CB8AC3E}">
        <p14:creationId xmlns:p14="http://schemas.microsoft.com/office/powerpoint/2010/main" val="32178675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9ED3D01C-CB4D-4A9A-89CC-1FDCEDD4C1C2}" type="slidenum">
              <a:rPr kumimoji="1" lang="ja-JP" altLang="en-US" smtClean="0"/>
              <a:t>48</a:t>
            </a:fld>
            <a:endParaRPr kumimoji="1" lang="ja-JP" altLang="en-US"/>
          </a:p>
        </p:txBody>
      </p:sp>
    </p:spTree>
    <p:extLst>
      <p:ext uri="{BB962C8B-B14F-4D97-AF65-F5344CB8AC3E}">
        <p14:creationId xmlns:p14="http://schemas.microsoft.com/office/powerpoint/2010/main" val="3954764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DB187502-A64B-4BB0-AA48-6AD13AC86BF4}" type="datetimeFigureOut">
              <a:rPr kumimoji="1" lang="ja-JP" altLang="en-US" smtClean="0"/>
              <a:t>2026/7/12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347C965A-FE59-4023-AE75-9145FCEC2353}" type="slidenum">
              <a:rPr kumimoji="1" lang="ja-JP" altLang="en-US" smtClean="0"/>
              <a:t>‹#›</a:t>
            </a:fld>
            <a:endParaRPr kumimoji="1" lang="ja-JP" altLang="en-US"/>
          </a:p>
        </p:txBody>
      </p:sp>
    </p:spTree>
    <p:extLst>
      <p:ext uri="{BB962C8B-B14F-4D97-AF65-F5344CB8AC3E}">
        <p14:creationId xmlns:p14="http://schemas.microsoft.com/office/powerpoint/2010/main" val="570546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DB187502-A64B-4BB0-AA48-6AD13AC86BF4}" type="datetimeFigureOut">
              <a:rPr kumimoji="1" lang="ja-JP" altLang="en-US" smtClean="0"/>
              <a:t>2026/7/12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347C965A-FE59-4023-AE75-9145FCEC2353}" type="slidenum">
              <a:rPr kumimoji="1" lang="ja-JP" altLang="en-US" smtClean="0"/>
              <a:t>‹#›</a:t>
            </a:fld>
            <a:endParaRPr kumimoji="1" lang="ja-JP" altLang="en-US"/>
          </a:p>
        </p:txBody>
      </p:sp>
    </p:spTree>
    <p:extLst>
      <p:ext uri="{BB962C8B-B14F-4D97-AF65-F5344CB8AC3E}">
        <p14:creationId xmlns:p14="http://schemas.microsoft.com/office/powerpoint/2010/main" val="10379562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DB187502-A64B-4BB0-AA48-6AD13AC86BF4}" type="datetimeFigureOut">
              <a:rPr kumimoji="1" lang="ja-JP" altLang="en-US" smtClean="0"/>
              <a:t>2026/7/12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347C965A-FE59-4023-AE75-9145FCEC2353}" type="slidenum">
              <a:rPr kumimoji="1" lang="ja-JP" altLang="en-US" smtClean="0"/>
              <a:t>‹#›</a:t>
            </a:fld>
            <a:endParaRPr kumimoji="1" lang="ja-JP" altLang="en-US"/>
          </a:p>
        </p:txBody>
      </p:sp>
    </p:spTree>
    <p:extLst>
      <p:ext uri="{BB962C8B-B14F-4D97-AF65-F5344CB8AC3E}">
        <p14:creationId xmlns:p14="http://schemas.microsoft.com/office/powerpoint/2010/main" val="1508071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DB187502-A64B-4BB0-AA48-6AD13AC86BF4}" type="datetimeFigureOut">
              <a:rPr kumimoji="1" lang="ja-JP" altLang="en-US" smtClean="0"/>
              <a:t>2026/7/12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347C965A-FE59-4023-AE75-9145FCEC2353}" type="slidenum">
              <a:rPr kumimoji="1" lang="ja-JP" altLang="en-US" smtClean="0"/>
              <a:t>‹#›</a:t>
            </a:fld>
            <a:endParaRPr kumimoji="1" lang="ja-JP" altLang="en-US"/>
          </a:p>
        </p:txBody>
      </p:sp>
    </p:spTree>
    <p:extLst>
      <p:ext uri="{BB962C8B-B14F-4D97-AF65-F5344CB8AC3E}">
        <p14:creationId xmlns:p14="http://schemas.microsoft.com/office/powerpoint/2010/main" val="164164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DB187502-A64B-4BB0-AA48-6AD13AC86BF4}" type="datetimeFigureOut">
              <a:rPr kumimoji="1" lang="ja-JP" altLang="en-US" smtClean="0"/>
              <a:t>2026/7/12</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347C965A-FE59-4023-AE75-9145FCEC2353}" type="slidenum">
              <a:rPr kumimoji="1" lang="ja-JP" altLang="en-US" smtClean="0"/>
              <a:t>‹#›</a:t>
            </a:fld>
            <a:endParaRPr kumimoji="1" lang="ja-JP" altLang="en-US"/>
          </a:p>
        </p:txBody>
      </p:sp>
    </p:spTree>
    <p:extLst>
      <p:ext uri="{BB962C8B-B14F-4D97-AF65-F5344CB8AC3E}">
        <p14:creationId xmlns:p14="http://schemas.microsoft.com/office/powerpoint/2010/main" val="3028442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DB187502-A64B-4BB0-AA48-6AD13AC86BF4}" type="datetimeFigureOut">
              <a:rPr kumimoji="1" lang="ja-JP" altLang="en-US" smtClean="0"/>
              <a:t>2026/7/12</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347C965A-FE59-4023-AE75-9145FCEC2353}" type="slidenum">
              <a:rPr kumimoji="1" lang="ja-JP" altLang="en-US" smtClean="0"/>
              <a:t>‹#›</a:t>
            </a:fld>
            <a:endParaRPr kumimoji="1" lang="ja-JP" altLang="en-US"/>
          </a:p>
        </p:txBody>
      </p:sp>
    </p:spTree>
    <p:extLst>
      <p:ext uri="{BB962C8B-B14F-4D97-AF65-F5344CB8AC3E}">
        <p14:creationId xmlns:p14="http://schemas.microsoft.com/office/powerpoint/2010/main" val="1286923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187502-A64B-4BB0-AA48-6AD13AC86BF4}" type="datetimeFigureOut">
              <a:rPr kumimoji="1" lang="ja-JP" altLang="en-US" smtClean="0"/>
              <a:t>2026/7/12</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347C965A-FE59-4023-AE75-9145FCEC2353}" type="slidenum">
              <a:rPr kumimoji="1" lang="ja-JP" altLang="en-US" smtClean="0"/>
              <a:t>‹#›</a:t>
            </a:fld>
            <a:endParaRPr kumimoji="1" lang="ja-JP" altLang="en-US"/>
          </a:p>
        </p:txBody>
      </p:sp>
    </p:spTree>
    <p:extLst>
      <p:ext uri="{BB962C8B-B14F-4D97-AF65-F5344CB8AC3E}">
        <p14:creationId xmlns:p14="http://schemas.microsoft.com/office/powerpoint/2010/main" val="3648445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DB187502-A64B-4BB0-AA48-6AD13AC86BF4}" type="datetimeFigureOut">
              <a:rPr kumimoji="1" lang="ja-JP" altLang="en-US" smtClean="0"/>
              <a:t>2026/7/12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347C965A-FE59-4023-AE75-9145FCEC2353}" type="slidenum">
              <a:rPr kumimoji="1" lang="ja-JP" altLang="en-US" smtClean="0"/>
              <a:t>‹#›</a:t>
            </a:fld>
            <a:endParaRPr kumimoji="1" lang="ja-JP" altLang="en-US"/>
          </a:p>
        </p:txBody>
      </p:sp>
    </p:spTree>
    <p:extLst>
      <p:ext uri="{BB962C8B-B14F-4D97-AF65-F5344CB8AC3E}">
        <p14:creationId xmlns:p14="http://schemas.microsoft.com/office/powerpoint/2010/main" val="1290855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DB187502-A64B-4BB0-AA48-6AD13AC86BF4}" type="datetimeFigureOut">
              <a:rPr kumimoji="1" lang="ja-JP" altLang="en-US" smtClean="0"/>
              <a:t>2026/7/12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347C965A-FE59-4023-AE75-9145FCEC2353}" type="slidenum">
              <a:rPr kumimoji="1" lang="ja-JP" altLang="en-US" smtClean="0"/>
              <a:t>‹#›</a:t>
            </a:fld>
            <a:endParaRPr kumimoji="1" lang="ja-JP" altLang="en-US"/>
          </a:p>
        </p:txBody>
      </p:sp>
    </p:spTree>
    <p:extLst>
      <p:ext uri="{BB962C8B-B14F-4D97-AF65-F5344CB8AC3E}">
        <p14:creationId xmlns:p14="http://schemas.microsoft.com/office/powerpoint/2010/main" val="2726119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DB187502-A64B-4BB0-AA48-6AD13AC86BF4}" type="datetimeFigureOut">
              <a:rPr kumimoji="1" lang="ja-JP" altLang="en-US" smtClean="0"/>
              <a:t>2026/7/12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347C965A-FE59-4023-AE75-9145FCEC2353}" type="slidenum">
              <a:rPr kumimoji="1" lang="ja-JP" altLang="en-US" smtClean="0"/>
              <a:t>‹#›</a:t>
            </a:fld>
            <a:endParaRPr kumimoji="1" lang="ja-JP" altLang="en-US"/>
          </a:p>
        </p:txBody>
      </p:sp>
    </p:spTree>
    <p:extLst>
      <p:ext uri="{BB962C8B-B14F-4D97-AF65-F5344CB8AC3E}">
        <p14:creationId xmlns:p14="http://schemas.microsoft.com/office/powerpoint/2010/main" val="1603949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DB187502-A64B-4BB0-AA48-6AD13AC86BF4}" type="datetimeFigureOut">
              <a:rPr kumimoji="1" lang="ja-JP" altLang="en-US" smtClean="0"/>
              <a:t>2026/7/12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347C965A-FE59-4023-AE75-9145FCEC2353}" type="slidenum">
              <a:rPr kumimoji="1" lang="ja-JP" altLang="en-US" smtClean="0"/>
              <a:t>‹#›</a:t>
            </a:fld>
            <a:endParaRPr kumimoji="1" lang="ja-JP" altLang="en-US"/>
          </a:p>
        </p:txBody>
      </p:sp>
    </p:spTree>
    <p:extLst>
      <p:ext uri="{BB962C8B-B14F-4D97-AF65-F5344CB8AC3E}">
        <p14:creationId xmlns:p14="http://schemas.microsoft.com/office/powerpoint/2010/main" val="291162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187502-A64B-4BB0-AA48-6AD13AC86BF4}" type="datetimeFigureOut">
              <a:rPr kumimoji="1" lang="ja-JP" altLang="en-US" smtClean="0"/>
              <a:t>2026/7/12</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7C965A-FE59-4023-AE75-9145FCEC2353}" type="slidenum">
              <a:rPr kumimoji="1" lang="ja-JP" altLang="en-US" smtClean="0"/>
              <a:t>‹#›</a:t>
            </a:fld>
            <a:endParaRPr kumimoji="1" lang="ja-JP" altLang="en-US"/>
          </a:p>
        </p:txBody>
      </p:sp>
    </p:spTree>
    <p:extLst>
      <p:ext uri="{BB962C8B-B14F-4D97-AF65-F5344CB8AC3E}">
        <p14:creationId xmlns:p14="http://schemas.microsoft.com/office/powerpoint/2010/main" val="225040750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sushida.net/"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wmf"/><Relationship Id="rId9" Type="http://schemas.openxmlformats.org/officeDocument/2006/relationships/image" Target="../media/image29.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33.wmf"/><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www.google.com/"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www.dropbox.com/scl/fo/oakhcleotexnkec04ger3/AMC_IP1f7FOyN5L-E8nXoqQ?rlkey=r03uc77anfy12dnq6zvni44fr&amp;st=12ammxkv&amp;e=1&amp;dl=0" TargetMode="Externa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a:t>情報科学演習</a:t>
            </a:r>
          </a:p>
        </p:txBody>
      </p:sp>
      <p:sp>
        <p:nvSpPr>
          <p:cNvPr id="3" name="サブタイトル 2"/>
          <p:cNvSpPr>
            <a:spLocks noGrp="1"/>
          </p:cNvSpPr>
          <p:nvPr>
            <p:ph type="subTitle" idx="1"/>
          </p:nvPr>
        </p:nvSpPr>
        <p:spPr/>
        <p:txBody>
          <a:bodyPr/>
          <a:lstStyle/>
          <a:p>
            <a:r>
              <a:rPr kumimoji="1" lang="ja-JP" altLang="en-US" dirty="0"/>
              <a:t>第</a:t>
            </a:r>
            <a:r>
              <a:rPr kumimoji="1" lang="en-US" altLang="ja-JP" dirty="0"/>
              <a:t>01</a:t>
            </a:r>
            <a:r>
              <a:rPr kumimoji="1" lang="ja-JP" altLang="en-US" dirty="0"/>
              <a:t>回</a:t>
            </a:r>
          </a:p>
        </p:txBody>
      </p:sp>
    </p:spTree>
    <p:extLst>
      <p:ext uri="{BB962C8B-B14F-4D97-AF65-F5344CB8AC3E}">
        <p14:creationId xmlns:p14="http://schemas.microsoft.com/office/powerpoint/2010/main" val="421121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本科目の目的</a:t>
            </a:r>
          </a:p>
        </p:txBody>
      </p:sp>
      <p:sp>
        <p:nvSpPr>
          <p:cNvPr id="3" name="コンテンツ プレースホルダー 2"/>
          <p:cNvSpPr>
            <a:spLocks noGrp="1"/>
          </p:cNvSpPr>
          <p:nvPr>
            <p:ph idx="1"/>
          </p:nvPr>
        </p:nvSpPr>
        <p:spPr>
          <a:xfrm>
            <a:off x="990600" y="1690690"/>
            <a:ext cx="10229850" cy="4638095"/>
          </a:xfrm>
        </p:spPr>
        <p:txBody>
          <a:bodyPr>
            <a:normAutofit/>
          </a:bodyPr>
          <a:lstStyle/>
          <a:p>
            <a:pPr marL="0" indent="0" algn="just">
              <a:lnSpc>
                <a:spcPct val="150000"/>
              </a:lnSpc>
              <a:buNone/>
            </a:pPr>
            <a:r>
              <a:rPr lang="ja-JP" altLang="en-US" sz="3600" dirty="0"/>
              <a:t>　コンピュータを情報処理および管理の道具として使いこなす方法を理解し、コミュニケーションや学習の道具、さらに、看護研究に必要な統計処理の基本知識について学び、実際にコンピュータを使った情報処理を理解する。</a:t>
            </a:r>
          </a:p>
        </p:txBody>
      </p:sp>
    </p:spTree>
    <p:extLst>
      <p:ext uri="{BB962C8B-B14F-4D97-AF65-F5344CB8AC3E}">
        <p14:creationId xmlns:p14="http://schemas.microsoft.com/office/powerpoint/2010/main" val="2499023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056904" y="265975"/>
            <a:ext cx="7886700" cy="1111134"/>
          </a:xfrm>
        </p:spPr>
        <p:txBody>
          <a:bodyPr/>
          <a:lstStyle/>
          <a:p>
            <a:r>
              <a:rPr kumimoji="1" lang="ja-JP" altLang="en-US" dirty="0"/>
              <a:t>本科目の目標</a:t>
            </a:r>
          </a:p>
        </p:txBody>
      </p:sp>
      <p:sp>
        <p:nvSpPr>
          <p:cNvPr id="3" name="コンテンツ プレースホルダー 2"/>
          <p:cNvSpPr>
            <a:spLocks noGrp="1"/>
          </p:cNvSpPr>
          <p:nvPr>
            <p:ph idx="1"/>
          </p:nvPr>
        </p:nvSpPr>
        <p:spPr>
          <a:xfrm>
            <a:off x="1056904" y="1388984"/>
            <a:ext cx="10078192" cy="4951677"/>
          </a:xfrm>
        </p:spPr>
        <p:txBody>
          <a:bodyPr>
            <a:normAutofit lnSpcReduction="10000"/>
          </a:bodyPr>
          <a:lstStyle/>
          <a:p>
            <a:pPr marL="742950" indent="-742950" algn="just">
              <a:lnSpc>
                <a:spcPct val="110000"/>
              </a:lnSpc>
              <a:buFont typeface="+mj-lt"/>
              <a:buAutoNum type="arabicPeriod"/>
            </a:pPr>
            <a:r>
              <a:rPr lang="ja-JP" altLang="en-US" sz="3200" dirty="0"/>
              <a:t>ネットワークの利用法を理解する</a:t>
            </a:r>
            <a:endParaRPr lang="en-US" altLang="ja-JP" sz="3200" dirty="0"/>
          </a:p>
          <a:p>
            <a:pPr marL="742950" indent="-742950" algn="just">
              <a:lnSpc>
                <a:spcPct val="110000"/>
              </a:lnSpc>
              <a:buFont typeface="+mj-lt"/>
              <a:buAutoNum type="arabicPeriod"/>
            </a:pPr>
            <a:r>
              <a:rPr lang="ja-JP" altLang="en-US" sz="3200" dirty="0"/>
              <a:t>ファイル管理と文書作成について理解する</a:t>
            </a:r>
            <a:endParaRPr lang="en-US" altLang="ja-JP" sz="3200" dirty="0"/>
          </a:p>
          <a:p>
            <a:pPr marL="742950" indent="-742950" algn="just">
              <a:lnSpc>
                <a:spcPct val="110000"/>
              </a:lnSpc>
              <a:buFont typeface="+mj-lt"/>
              <a:buAutoNum type="arabicPeriod"/>
            </a:pPr>
            <a:r>
              <a:rPr lang="ja-JP" altLang="en-US" sz="3200" dirty="0"/>
              <a:t>表計算、プレゼンテーション、統計処理の基礎を理解する。</a:t>
            </a:r>
            <a:endParaRPr lang="en-US" altLang="ja-JP" sz="3200" dirty="0"/>
          </a:p>
          <a:p>
            <a:pPr marL="0" indent="0" algn="just">
              <a:lnSpc>
                <a:spcPct val="110000"/>
              </a:lnSpc>
              <a:buNone/>
            </a:pPr>
            <a:endParaRPr lang="en-US" altLang="ja-JP" sz="3200" dirty="0"/>
          </a:p>
          <a:p>
            <a:pPr marL="0" indent="0" algn="just">
              <a:lnSpc>
                <a:spcPct val="110000"/>
              </a:lnSpc>
              <a:buNone/>
            </a:pPr>
            <a:r>
              <a:rPr lang="ja-JP" altLang="en-US" sz="3200" dirty="0"/>
              <a:t>「使うだけ」なら現時点でも十分だと考えますが，きちんと理解の上で，</a:t>
            </a:r>
            <a:r>
              <a:rPr lang="ja-JP" altLang="en-US" sz="3200" dirty="0">
                <a:solidFill>
                  <a:srgbClr val="FF0000"/>
                </a:solidFill>
              </a:rPr>
              <a:t>安全</a:t>
            </a:r>
            <a:r>
              <a:rPr lang="ja-JP" altLang="en-US" sz="3200" dirty="0"/>
              <a:t>に，</a:t>
            </a:r>
            <a:r>
              <a:rPr lang="ja-JP" altLang="en-US" sz="3200" dirty="0">
                <a:solidFill>
                  <a:srgbClr val="FF0000"/>
                </a:solidFill>
              </a:rPr>
              <a:t>効率的</a:t>
            </a:r>
            <a:r>
              <a:rPr lang="ja-JP" altLang="en-US" sz="3200" dirty="0"/>
              <a:t>に利用することを目指します。</a:t>
            </a:r>
            <a:endParaRPr lang="en-US" altLang="ja-JP" sz="3200" dirty="0"/>
          </a:p>
          <a:p>
            <a:pPr marL="0" indent="0" algn="just">
              <a:lnSpc>
                <a:spcPct val="110000"/>
              </a:lnSpc>
              <a:buNone/>
            </a:pPr>
            <a:r>
              <a:rPr lang="ja-JP" altLang="en-US" sz="3200" dirty="0"/>
              <a:t>特に，自己学習ではスキルアップが難しい表計算ソフトウェアを活用できることを重点目標とします。</a:t>
            </a:r>
          </a:p>
        </p:txBody>
      </p:sp>
    </p:spTree>
    <p:extLst>
      <p:ext uri="{BB962C8B-B14F-4D97-AF65-F5344CB8AC3E}">
        <p14:creationId xmlns:p14="http://schemas.microsoft.com/office/powerpoint/2010/main" val="3985037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029195" y="365127"/>
            <a:ext cx="9010155" cy="1000966"/>
          </a:xfrm>
        </p:spPr>
        <p:txBody>
          <a:bodyPr/>
          <a:lstStyle/>
          <a:p>
            <a:r>
              <a:rPr kumimoji="1" lang="ja-JP" altLang="en-US" dirty="0"/>
              <a:t>本科目の評価</a:t>
            </a:r>
          </a:p>
        </p:txBody>
      </p:sp>
      <p:sp>
        <p:nvSpPr>
          <p:cNvPr id="3" name="コンテンツ プレースホルダー 2"/>
          <p:cNvSpPr>
            <a:spLocks noGrp="1"/>
          </p:cNvSpPr>
          <p:nvPr>
            <p:ph idx="1"/>
          </p:nvPr>
        </p:nvSpPr>
        <p:spPr>
          <a:xfrm>
            <a:off x="1045029" y="1366093"/>
            <a:ext cx="10117776" cy="5047233"/>
          </a:xfrm>
        </p:spPr>
        <p:txBody>
          <a:bodyPr>
            <a:noAutofit/>
          </a:bodyPr>
          <a:lstStyle/>
          <a:p>
            <a:pPr marL="457200" lvl="1" indent="0" algn="just">
              <a:lnSpc>
                <a:spcPct val="120000"/>
              </a:lnSpc>
              <a:buNone/>
            </a:pPr>
            <a:endParaRPr lang="en-US" altLang="ja-JP" sz="1800" dirty="0"/>
          </a:p>
          <a:p>
            <a:pPr lvl="1" algn="just">
              <a:lnSpc>
                <a:spcPct val="120000"/>
              </a:lnSpc>
            </a:pPr>
            <a:r>
              <a:rPr lang="ja-JP" altLang="en-US" sz="3200" dirty="0"/>
              <a:t>演習課題の達成状況　</a:t>
            </a:r>
            <a:r>
              <a:rPr lang="en-US" altLang="ja-JP" sz="3200" dirty="0"/>
              <a:t>50%</a:t>
            </a:r>
          </a:p>
          <a:p>
            <a:pPr lvl="1" algn="just">
              <a:lnSpc>
                <a:spcPct val="120000"/>
              </a:lnSpc>
            </a:pPr>
            <a:r>
              <a:rPr lang="zh-TW" altLang="en-US" sz="3200" dirty="0"/>
              <a:t>終講筆記試験</a:t>
            </a:r>
            <a:r>
              <a:rPr lang="ja-JP" altLang="en-US" sz="3200" dirty="0"/>
              <a:t>　</a:t>
            </a:r>
            <a:r>
              <a:rPr lang="en-US" altLang="ja-JP" sz="3200" dirty="0"/>
              <a:t>50%</a:t>
            </a:r>
          </a:p>
          <a:p>
            <a:pPr lvl="2" algn="just">
              <a:lnSpc>
                <a:spcPct val="120000"/>
              </a:lnSpc>
            </a:pPr>
            <a:endParaRPr lang="en-US" altLang="ja-JP" sz="2400" dirty="0"/>
          </a:p>
          <a:p>
            <a:pPr lvl="1" algn="just">
              <a:lnSpc>
                <a:spcPct val="120000"/>
              </a:lnSpc>
            </a:pPr>
            <a:r>
              <a:rPr lang="ja-JP" altLang="en-US" sz="3200" dirty="0"/>
              <a:t>昨年度の</a:t>
            </a:r>
            <a:r>
              <a:rPr lang="zh-TW" altLang="en-US" sz="3200" dirty="0"/>
              <a:t>終講筆記試験</a:t>
            </a:r>
            <a:r>
              <a:rPr lang="ja-JP" altLang="en-US" sz="3200" dirty="0"/>
              <a:t>後の平均値</a:t>
            </a:r>
            <a:endParaRPr lang="en-US" altLang="ja-JP" sz="3200" dirty="0"/>
          </a:p>
          <a:p>
            <a:pPr lvl="2" algn="just">
              <a:lnSpc>
                <a:spcPct val="120000"/>
              </a:lnSpc>
            </a:pPr>
            <a:r>
              <a:rPr lang="ja-JP" altLang="en-US" dirty="0"/>
              <a:t>演習課題（</a:t>
            </a:r>
            <a:r>
              <a:rPr lang="en-US" altLang="ja-JP" dirty="0"/>
              <a:t>36</a:t>
            </a:r>
            <a:r>
              <a:rPr lang="ja-JP" altLang="en-US" dirty="0"/>
              <a:t>／</a:t>
            </a:r>
            <a:r>
              <a:rPr lang="en-US" altLang="ja-JP" dirty="0"/>
              <a:t>50</a:t>
            </a:r>
            <a:r>
              <a:rPr lang="ja-JP" altLang="en-US" dirty="0"/>
              <a:t>），筆記試験（</a:t>
            </a:r>
            <a:r>
              <a:rPr lang="en-US" altLang="ja-JP" dirty="0"/>
              <a:t>26</a:t>
            </a:r>
            <a:r>
              <a:rPr lang="ja-JP" altLang="en-US" dirty="0"/>
              <a:t>／</a:t>
            </a:r>
            <a:r>
              <a:rPr lang="en-US" altLang="ja-JP" dirty="0"/>
              <a:t>50</a:t>
            </a:r>
            <a:r>
              <a:rPr lang="ja-JP" altLang="en-US" dirty="0"/>
              <a:t>）</a:t>
            </a:r>
            <a:endParaRPr lang="en-US" altLang="ja-JP" dirty="0"/>
          </a:p>
          <a:p>
            <a:pPr lvl="2" algn="just">
              <a:lnSpc>
                <a:spcPct val="120000"/>
              </a:lnSpc>
            </a:pPr>
            <a:r>
              <a:rPr lang="ja-JP" altLang="en-US" dirty="0"/>
              <a:t>演習課題は，説明通りに達成，時間内に提出できれば，ほぼ満点</a:t>
            </a:r>
            <a:endParaRPr lang="en-US" altLang="ja-JP" dirty="0"/>
          </a:p>
          <a:p>
            <a:pPr lvl="3" algn="just">
              <a:lnSpc>
                <a:spcPct val="120000"/>
              </a:lnSpc>
            </a:pPr>
            <a:r>
              <a:rPr lang="ja-JP" altLang="en-US" dirty="0"/>
              <a:t>指示を読み飛ばしたり，提出時刻を守らない場合は減点となります</a:t>
            </a:r>
            <a:endParaRPr lang="en-US" altLang="ja-JP" dirty="0"/>
          </a:p>
          <a:p>
            <a:pPr lvl="4" algn="just">
              <a:lnSpc>
                <a:spcPct val="120000"/>
              </a:lnSpc>
            </a:pPr>
            <a:r>
              <a:rPr lang="ja-JP" altLang="en-US" sz="1600" dirty="0"/>
              <a:t>特に，未提出（提出忘れなど）に注意</a:t>
            </a:r>
          </a:p>
        </p:txBody>
      </p:sp>
    </p:spTree>
    <p:extLst>
      <p:ext uri="{BB962C8B-B14F-4D97-AF65-F5344CB8AC3E}">
        <p14:creationId xmlns:p14="http://schemas.microsoft.com/office/powerpoint/2010/main" val="196995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238250" y="508819"/>
            <a:ext cx="7886700" cy="769611"/>
          </a:xfrm>
        </p:spPr>
        <p:txBody>
          <a:bodyPr/>
          <a:lstStyle/>
          <a:p>
            <a:r>
              <a:rPr kumimoji="1" lang="ja-JP" altLang="en-US" dirty="0"/>
              <a:t>本日の（最低限の）目標</a:t>
            </a:r>
          </a:p>
        </p:txBody>
      </p:sp>
      <p:sp>
        <p:nvSpPr>
          <p:cNvPr id="3" name="コンテンツ プレースホルダー 2"/>
          <p:cNvSpPr>
            <a:spLocks noGrp="1"/>
          </p:cNvSpPr>
          <p:nvPr>
            <p:ph idx="1"/>
          </p:nvPr>
        </p:nvSpPr>
        <p:spPr>
          <a:xfrm>
            <a:off x="1033153" y="1718631"/>
            <a:ext cx="10117777" cy="4458332"/>
          </a:xfrm>
        </p:spPr>
        <p:txBody>
          <a:bodyPr/>
          <a:lstStyle/>
          <a:p>
            <a:pPr algn="just">
              <a:spcBef>
                <a:spcPts val="1200"/>
              </a:spcBef>
            </a:pPr>
            <a:r>
              <a:rPr kumimoji="1" lang="ja-JP" altLang="en-US" dirty="0"/>
              <a:t>演習の説明が伝わるよう「キーやパソコン各部の名前，基本操作の呼び方」を理解する</a:t>
            </a:r>
            <a:endParaRPr kumimoji="1" lang="en-US" altLang="ja-JP" dirty="0"/>
          </a:p>
          <a:p>
            <a:pPr algn="just">
              <a:spcBef>
                <a:spcPts val="1200"/>
              </a:spcBef>
            </a:pPr>
            <a:r>
              <a:rPr kumimoji="1" lang="ja-JP" altLang="en-US" dirty="0"/>
              <a:t>パソコンの動作がおかしいときに，とりあえず対応を試みることができる</a:t>
            </a:r>
            <a:endParaRPr kumimoji="1" lang="en-US" altLang="ja-JP" dirty="0"/>
          </a:p>
          <a:p>
            <a:pPr algn="just">
              <a:spcBef>
                <a:spcPts val="1200"/>
              </a:spcBef>
            </a:pPr>
            <a:r>
              <a:rPr kumimoji="1" lang="ja-JP" altLang="en-US" dirty="0"/>
              <a:t>ファイルの名前や置き場所など，安全・確実な管理法を理解する</a:t>
            </a:r>
            <a:endParaRPr kumimoji="1" lang="en-US" altLang="ja-JP" dirty="0"/>
          </a:p>
          <a:p>
            <a:pPr algn="just">
              <a:spcBef>
                <a:spcPts val="1200"/>
              </a:spcBef>
            </a:pPr>
            <a:r>
              <a:rPr kumimoji="1" lang="ja-JP" altLang="en-US" dirty="0"/>
              <a:t>演習で利用する，ファイルダウンロード・アップロード用のサイトの使い方を確認する</a:t>
            </a:r>
          </a:p>
        </p:txBody>
      </p:sp>
    </p:spTree>
    <p:extLst>
      <p:ext uri="{BB962C8B-B14F-4D97-AF65-F5344CB8AC3E}">
        <p14:creationId xmlns:p14="http://schemas.microsoft.com/office/powerpoint/2010/main" val="804856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図 4"/>
          <p:cNvPicPr>
            <a:picLocks noChangeAspect="1"/>
          </p:cNvPicPr>
          <p:nvPr/>
        </p:nvPicPr>
        <p:blipFill>
          <a:blip r:embed="rId2"/>
          <a:stretch>
            <a:fillRect/>
          </a:stretch>
        </p:blipFill>
        <p:spPr>
          <a:xfrm>
            <a:off x="7269776" y="3783804"/>
            <a:ext cx="3067484" cy="3074197"/>
          </a:xfrm>
          <a:prstGeom prst="rect">
            <a:avLst/>
          </a:prstGeom>
        </p:spPr>
      </p:pic>
      <p:sp>
        <p:nvSpPr>
          <p:cNvPr id="2" name="タイトル 1"/>
          <p:cNvSpPr>
            <a:spLocks noGrp="1"/>
          </p:cNvSpPr>
          <p:nvPr>
            <p:ph type="title"/>
          </p:nvPr>
        </p:nvSpPr>
        <p:spPr>
          <a:xfrm>
            <a:off x="1906047" y="372440"/>
            <a:ext cx="8813260" cy="713424"/>
          </a:xfrm>
        </p:spPr>
        <p:txBody>
          <a:bodyPr>
            <a:normAutofit fontScale="90000"/>
          </a:bodyPr>
          <a:lstStyle/>
          <a:p>
            <a:r>
              <a:rPr kumimoji="1" lang="ja-JP" altLang="en-US" dirty="0"/>
              <a:t>資料ファイル等の掲載，</a:t>
            </a:r>
            <a:br>
              <a:rPr kumimoji="1" lang="en-US" altLang="ja-JP" dirty="0"/>
            </a:br>
            <a:r>
              <a:rPr kumimoji="1" lang="ja-JP" altLang="en-US" dirty="0"/>
              <a:t>課題ファイル等の提出場所</a:t>
            </a:r>
          </a:p>
        </p:txBody>
      </p:sp>
      <p:sp>
        <p:nvSpPr>
          <p:cNvPr id="3" name="コンテンツ プレースホルダー 2"/>
          <p:cNvSpPr>
            <a:spLocks noGrp="1"/>
          </p:cNvSpPr>
          <p:nvPr>
            <p:ph idx="1"/>
          </p:nvPr>
        </p:nvSpPr>
        <p:spPr>
          <a:xfrm>
            <a:off x="1781266" y="1317219"/>
            <a:ext cx="8298728" cy="4727542"/>
          </a:xfrm>
        </p:spPr>
        <p:txBody>
          <a:bodyPr/>
          <a:lstStyle/>
          <a:p>
            <a:pPr marL="0" indent="0" algn="ctr">
              <a:buNone/>
            </a:pPr>
            <a:r>
              <a:rPr lang="en-US" altLang="ja-JP" sz="4000" i="1" dirty="0">
                <a:latin typeface="Times New Roman" panose="02020603050405020304" pitchFamily="18" charset="0"/>
                <a:cs typeface="Times New Roman" panose="02020603050405020304" pitchFamily="18" charset="0"/>
              </a:rPr>
              <a:t>https://cbt.kango-stat.info/bp/</a:t>
            </a:r>
          </a:p>
          <a:p>
            <a:endParaRPr lang="en-US" altLang="ja-JP" sz="1800" dirty="0"/>
          </a:p>
          <a:p>
            <a:pPr algn="just"/>
            <a:r>
              <a:rPr kumimoji="1" lang="ja-JP" altLang="en-US" dirty="0"/>
              <a:t>「本日の合い言葉（パスフレーズ）」を入力して利用</a:t>
            </a:r>
            <a:endParaRPr kumimoji="1" lang="en-US" altLang="ja-JP" dirty="0"/>
          </a:p>
          <a:p>
            <a:r>
              <a:rPr lang="ja-JP" altLang="en-US" dirty="0"/>
              <a:t>現在“おんせん”で設定中</a:t>
            </a:r>
            <a:endParaRPr lang="en-US" altLang="ja-JP" dirty="0"/>
          </a:p>
          <a:p>
            <a:r>
              <a:rPr lang="ja-JP" altLang="en-US" dirty="0"/>
              <a:t>情報科学演習では，「ファイルのアップロード」も利用</a:t>
            </a:r>
            <a:endParaRPr lang="en-US" altLang="ja-JP" dirty="0"/>
          </a:p>
          <a:p>
            <a:pPr lvl="1"/>
            <a:r>
              <a:rPr lang="ja-JP" altLang="en-US" dirty="0"/>
              <a:t>今回はファイルの提出はありません，利用時に説明します</a:t>
            </a:r>
            <a:endParaRPr lang="en-US" altLang="ja-JP" dirty="0"/>
          </a:p>
          <a:p>
            <a:endParaRPr kumimoji="1" lang="ja-JP" altLang="en-US" dirty="0"/>
          </a:p>
        </p:txBody>
      </p:sp>
      <p:pic>
        <p:nvPicPr>
          <p:cNvPr id="4" name="図 3"/>
          <p:cNvPicPr>
            <a:picLocks noChangeAspect="1"/>
          </p:cNvPicPr>
          <p:nvPr/>
        </p:nvPicPr>
        <p:blipFill>
          <a:blip r:embed="rId3"/>
          <a:stretch>
            <a:fillRect/>
          </a:stretch>
        </p:blipFill>
        <p:spPr>
          <a:xfrm>
            <a:off x="1906047" y="4347181"/>
            <a:ext cx="4629240" cy="2104200"/>
          </a:xfrm>
          <a:prstGeom prst="rect">
            <a:avLst/>
          </a:prstGeom>
        </p:spPr>
      </p:pic>
    </p:spTree>
    <p:extLst>
      <p:ext uri="{BB962C8B-B14F-4D97-AF65-F5344CB8AC3E}">
        <p14:creationId xmlns:p14="http://schemas.microsoft.com/office/powerpoint/2010/main" val="4214576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nchor="ctr"/>
          <a:lstStyle/>
          <a:p>
            <a:pPr algn="ctr"/>
            <a:r>
              <a:rPr lang="ja-JP" altLang="en-US" dirty="0"/>
              <a:t>コンピュータ操作の基本</a:t>
            </a:r>
            <a:endParaRPr kumimoji="1" lang="ja-JP" altLang="en-US" dirty="0"/>
          </a:p>
        </p:txBody>
      </p:sp>
      <p:sp>
        <p:nvSpPr>
          <p:cNvPr id="5" name="テキスト プレースホルダー 4"/>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170429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使わないときに</a:t>
            </a:r>
          </a:p>
        </p:txBody>
      </p:sp>
      <p:sp>
        <p:nvSpPr>
          <p:cNvPr id="3" name="コンテンツ プレースホルダー 2"/>
          <p:cNvSpPr>
            <a:spLocks noGrp="1"/>
          </p:cNvSpPr>
          <p:nvPr>
            <p:ph idx="1"/>
          </p:nvPr>
        </p:nvSpPr>
        <p:spPr>
          <a:xfrm>
            <a:off x="1749468" y="1509311"/>
            <a:ext cx="8567803" cy="5221994"/>
          </a:xfrm>
        </p:spPr>
        <p:txBody>
          <a:bodyPr>
            <a:normAutofit/>
          </a:bodyPr>
          <a:lstStyle/>
          <a:p>
            <a:pPr algn="just"/>
            <a:r>
              <a:rPr kumimoji="1" lang="ja-JP" altLang="en-US" dirty="0"/>
              <a:t>終了（シャットダウン）とスリープ，休止の相違</a:t>
            </a:r>
            <a:endParaRPr kumimoji="1" lang="en-US" altLang="ja-JP" dirty="0"/>
          </a:p>
          <a:p>
            <a:pPr lvl="1" algn="just"/>
            <a:r>
              <a:rPr lang="ja-JP" altLang="en-US" dirty="0"/>
              <a:t>スマホやタブレットは，基本的にスリープ</a:t>
            </a:r>
            <a:endParaRPr lang="en-US" altLang="ja-JP" dirty="0"/>
          </a:p>
          <a:p>
            <a:pPr lvl="2" algn="just"/>
            <a:r>
              <a:rPr lang="ja-JP" altLang="en-US" sz="2400" dirty="0"/>
              <a:t>スリープ ＝ アプリなどの状態を保ったまま，節電状態に</a:t>
            </a:r>
            <a:endParaRPr lang="en-US" altLang="ja-JP" sz="2400" dirty="0"/>
          </a:p>
          <a:p>
            <a:pPr lvl="2" algn="just"/>
            <a:r>
              <a:rPr lang="ja-JP" altLang="en-US" sz="2400" dirty="0"/>
              <a:t>休止　＝　（パソコンの場合）内部の状態を記憶装置に書き出して，電源を切る→作業中の状態で再開できる</a:t>
            </a:r>
            <a:endParaRPr lang="en-US" altLang="ja-JP" sz="2400" dirty="0"/>
          </a:p>
          <a:p>
            <a:pPr lvl="6" algn="just"/>
            <a:endParaRPr lang="en-US" altLang="ja-JP" dirty="0"/>
          </a:p>
          <a:p>
            <a:pPr lvl="1" algn="just"/>
            <a:r>
              <a:rPr lang="ja-JP" altLang="en-US" dirty="0"/>
              <a:t>自動でスリープさせるか？</a:t>
            </a:r>
            <a:endParaRPr lang="en-US" altLang="ja-JP" dirty="0"/>
          </a:p>
          <a:p>
            <a:pPr lvl="4" algn="just"/>
            <a:endParaRPr kumimoji="1" lang="en-US" altLang="ja-JP" dirty="0"/>
          </a:p>
          <a:p>
            <a:pPr lvl="1" algn="just"/>
            <a:r>
              <a:rPr kumimoji="1" lang="ja-JP" altLang="en-US" dirty="0"/>
              <a:t>電子機器は（一般的に）起動時にトラブルが起きやすい</a:t>
            </a:r>
            <a:endParaRPr kumimoji="1" lang="en-US" altLang="ja-JP" dirty="0"/>
          </a:p>
          <a:p>
            <a:pPr lvl="2" algn="just"/>
            <a:endParaRPr kumimoji="1" lang="en-US" altLang="ja-JP" dirty="0"/>
          </a:p>
          <a:p>
            <a:pPr lvl="1" algn="just"/>
            <a:r>
              <a:rPr kumimoji="1" lang="ja-JP" altLang="en-US" dirty="0"/>
              <a:t>バッテリー駆動の場合，充電が切れるとスリープは維持できない（休止状態は維持可能）</a:t>
            </a:r>
            <a:endParaRPr kumimoji="1" lang="en-US" altLang="ja-JP" dirty="0"/>
          </a:p>
          <a:p>
            <a:pPr lvl="2" algn="just"/>
            <a:endParaRPr lang="en-US" altLang="ja-JP" dirty="0"/>
          </a:p>
          <a:p>
            <a:pPr lvl="1" algn="just"/>
            <a:r>
              <a:rPr kumimoji="1" lang="ja-JP" altLang="en-US" dirty="0"/>
              <a:t>セキュリティの点でスリープからの復帰時にも認証を</a:t>
            </a:r>
            <a:endParaRPr kumimoji="1" lang="en-US" altLang="ja-JP" dirty="0"/>
          </a:p>
          <a:p>
            <a:pPr marL="457200" lvl="1" indent="0" algn="just">
              <a:buNone/>
            </a:pPr>
            <a:endParaRPr kumimoji="1" lang="ja-JP" altLang="en-US" dirty="0"/>
          </a:p>
        </p:txBody>
      </p:sp>
    </p:spTree>
    <p:extLst>
      <p:ext uri="{BB962C8B-B14F-4D97-AF65-F5344CB8AC3E}">
        <p14:creationId xmlns:p14="http://schemas.microsoft.com/office/powerpoint/2010/main" val="27686134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152650" y="229324"/>
            <a:ext cx="7886700" cy="727651"/>
          </a:xfrm>
        </p:spPr>
        <p:txBody>
          <a:bodyPr>
            <a:normAutofit/>
          </a:bodyPr>
          <a:lstStyle/>
          <a:p>
            <a:r>
              <a:rPr kumimoji="1" lang="ja-JP" altLang="en-US" dirty="0"/>
              <a:t>パソコン側のインターフェイス</a:t>
            </a:r>
          </a:p>
        </p:txBody>
      </p:sp>
      <p:sp>
        <p:nvSpPr>
          <p:cNvPr id="3" name="コンテンツ プレースホルダー 2"/>
          <p:cNvSpPr>
            <a:spLocks noGrp="1"/>
          </p:cNvSpPr>
          <p:nvPr>
            <p:ph idx="1"/>
          </p:nvPr>
        </p:nvSpPr>
        <p:spPr>
          <a:xfrm>
            <a:off x="7617660" y="1589258"/>
            <a:ext cx="4574340" cy="4351338"/>
          </a:xfrm>
        </p:spPr>
        <p:txBody>
          <a:bodyPr>
            <a:normAutofit/>
          </a:bodyPr>
          <a:lstStyle/>
          <a:p>
            <a:r>
              <a:rPr lang="en-US" altLang="ja-JP" sz="2400" dirty="0"/>
              <a:t>USB</a:t>
            </a:r>
            <a:r>
              <a:rPr lang="ja-JP" altLang="en-US" sz="2400" dirty="0"/>
              <a:t>　（</a:t>
            </a:r>
            <a:r>
              <a:rPr lang="en-US" altLang="ja-JP" sz="2400" dirty="0"/>
              <a:t>Universal Serial Bus</a:t>
            </a:r>
            <a:r>
              <a:rPr lang="ja-JP" altLang="en-US" sz="2400" dirty="0"/>
              <a:t>）</a:t>
            </a:r>
            <a:endParaRPr lang="en-US" altLang="ja-JP" sz="2400" dirty="0"/>
          </a:p>
          <a:p>
            <a:r>
              <a:rPr lang="ja-JP" altLang="en-US" sz="2400" dirty="0"/>
              <a:t>映像，音声系</a:t>
            </a:r>
            <a:endParaRPr lang="en-US" altLang="ja-JP" sz="2400" dirty="0"/>
          </a:p>
          <a:p>
            <a:r>
              <a:rPr lang="ja-JP" altLang="en-US" sz="2400" dirty="0"/>
              <a:t>通信系</a:t>
            </a:r>
            <a:endParaRPr lang="en-US" altLang="ja-JP" sz="2400" dirty="0"/>
          </a:p>
          <a:p>
            <a:endParaRPr lang="en-US" altLang="ja-JP" sz="2400" dirty="0"/>
          </a:p>
          <a:p>
            <a:endParaRPr lang="en-US" altLang="ja-JP" sz="2400" dirty="0"/>
          </a:p>
          <a:p>
            <a:endParaRPr lang="en-US" altLang="ja-JP" sz="2400" dirty="0"/>
          </a:p>
          <a:p>
            <a:endParaRPr lang="en-US" altLang="ja-JP" sz="2400" dirty="0"/>
          </a:p>
          <a:p>
            <a:pPr marL="0" indent="0">
              <a:buNone/>
            </a:pPr>
            <a:endParaRPr lang="en-US" altLang="ja-JP" sz="1600" dirty="0"/>
          </a:p>
          <a:p>
            <a:pPr marL="0" indent="0">
              <a:buNone/>
            </a:pPr>
            <a:r>
              <a:rPr lang="ja-JP" altLang="en-US" sz="1600" dirty="0"/>
              <a:t>画像は</a:t>
            </a:r>
            <a:r>
              <a:rPr lang="en-US" altLang="ja-JP" sz="1600" dirty="0"/>
              <a:t>Lenovo</a:t>
            </a:r>
            <a:r>
              <a:rPr lang="ja-JP" altLang="en-US" sz="1600" dirty="0"/>
              <a:t>ウェブサイトより</a:t>
            </a:r>
            <a:endParaRPr lang="ja-JP" altLang="en-US" sz="2400" dirty="0"/>
          </a:p>
        </p:txBody>
      </p:sp>
      <p:pic>
        <p:nvPicPr>
          <p:cNvPr id="4" name="図 3"/>
          <p:cNvPicPr>
            <a:picLocks noChangeAspect="1"/>
          </p:cNvPicPr>
          <p:nvPr/>
        </p:nvPicPr>
        <p:blipFill>
          <a:blip r:embed="rId3"/>
          <a:stretch>
            <a:fillRect/>
          </a:stretch>
        </p:blipFill>
        <p:spPr>
          <a:xfrm>
            <a:off x="851706" y="1048709"/>
            <a:ext cx="6514242" cy="5629420"/>
          </a:xfrm>
          <a:prstGeom prst="rect">
            <a:avLst/>
          </a:prstGeom>
        </p:spPr>
      </p:pic>
    </p:spTree>
    <p:extLst>
      <p:ext uri="{BB962C8B-B14F-4D97-AF65-F5344CB8AC3E}">
        <p14:creationId xmlns:p14="http://schemas.microsoft.com/office/powerpoint/2010/main" val="3800743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algn="ctr"/>
            <a:r>
              <a:rPr kumimoji="1" lang="ja-JP" altLang="en-US" dirty="0"/>
              <a:t>パソコンの</a:t>
            </a:r>
            <a:r>
              <a:rPr kumimoji="1" lang="ja-JP" altLang="en-US"/>
              <a:t>主要インターフェイス</a:t>
            </a:r>
            <a:br>
              <a:rPr kumimoji="1" lang="en-US" altLang="ja-JP" dirty="0"/>
            </a:br>
            <a:r>
              <a:rPr kumimoji="1" lang="ja-JP" altLang="en-US"/>
              <a:t>（</a:t>
            </a:r>
            <a:r>
              <a:rPr kumimoji="1" lang="ja-JP" altLang="en-US" dirty="0"/>
              <a:t>コネクタ，ポート）類</a:t>
            </a:r>
          </a:p>
        </p:txBody>
      </p:sp>
      <p:sp>
        <p:nvSpPr>
          <p:cNvPr id="3" name="コンテンツ プレースホルダー 2"/>
          <p:cNvSpPr>
            <a:spLocks noGrp="1"/>
          </p:cNvSpPr>
          <p:nvPr>
            <p:ph idx="1"/>
          </p:nvPr>
        </p:nvSpPr>
        <p:spPr>
          <a:xfrm>
            <a:off x="1045028" y="1690690"/>
            <a:ext cx="10070275" cy="5073366"/>
          </a:xfrm>
        </p:spPr>
        <p:txBody>
          <a:bodyPr>
            <a:normAutofit fontScale="92500" lnSpcReduction="10000"/>
          </a:bodyPr>
          <a:lstStyle/>
          <a:p>
            <a:r>
              <a:rPr kumimoji="1" lang="en-US" altLang="ja-JP" dirty="0"/>
              <a:t>USB	</a:t>
            </a:r>
            <a:r>
              <a:rPr lang="ja-JP" altLang="en-US" dirty="0"/>
              <a:t>（</a:t>
            </a:r>
            <a:r>
              <a:rPr lang="en-US" altLang="ja-JP" dirty="0"/>
              <a:t>Universal Serial Bus</a:t>
            </a:r>
            <a:r>
              <a:rPr lang="ja-JP" altLang="en-US" dirty="0"/>
              <a:t>）</a:t>
            </a:r>
            <a:endParaRPr kumimoji="1" lang="en-US" altLang="ja-JP" dirty="0"/>
          </a:p>
          <a:p>
            <a:pPr lvl="1"/>
            <a:r>
              <a:rPr kumimoji="1" lang="ja-JP" altLang="en-US" dirty="0"/>
              <a:t>パソコンに周辺機器を接続する汎用的な規格</a:t>
            </a:r>
            <a:endParaRPr kumimoji="1" lang="en-US" altLang="ja-JP" dirty="0"/>
          </a:p>
          <a:p>
            <a:pPr lvl="1"/>
            <a:r>
              <a:rPr kumimoji="1" lang="ja-JP" altLang="en-US" dirty="0"/>
              <a:t>複数の規格（形状が同じでもスペックが異なる場合も）あり</a:t>
            </a:r>
            <a:endParaRPr kumimoji="1" lang="en-US" altLang="ja-JP" dirty="0"/>
          </a:p>
          <a:p>
            <a:endParaRPr lang="en-US" altLang="ja-JP" sz="800" dirty="0"/>
          </a:p>
          <a:p>
            <a:r>
              <a:rPr kumimoji="1" lang="ja-JP" altLang="en-US" dirty="0"/>
              <a:t>映像出力</a:t>
            </a:r>
            <a:endParaRPr kumimoji="1" lang="en-US" altLang="ja-JP" dirty="0"/>
          </a:p>
          <a:p>
            <a:pPr lvl="1"/>
            <a:r>
              <a:rPr kumimoji="1" lang="ja-JP" altLang="en-US" dirty="0"/>
              <a:t>映像をモニタやプロジェクタに出力する</a:t>
            </a:r>
            <a:endParaRPr kumimoji="1" lang="en-US" altLang="ja-JP" dirty="0"/>
          </a:p>
          <a:p>
            <a:pPr lvl="2"/>
            <a:r>
              <a:rPr kumimoji="1" lang="en-US" altLang="ja-JP" dirty="0"/>
              <a:t>MDMI</a:t>
            </a:r>
            <a:r>
              <a:rPr kumimoji="1" lang="ja-JP" altLang="en-US" dirty="0"/>
              <a:t>規格は音声同時出力＆著作権保護も可能</a:t>
            </a:r>
            <a:endParaRPr kumimoji="1" lang="en-US" altLang="ja-JP" dirty="0"/>
          </a:p>
          <a:p>
            <a:r>
              <a:rPr kumimoji="1" lang="ja-JP" altLang="en-US" dirty="0"/>
              <a:t>ネットワーク</a:t>
            </a:r>
            <a:endParaRPr kumimoji="1" lang="en-US" altLang="ja-JP" dirty="0"/>
          </a:p>
          <a:p>
            <a:pPr lvl="1"/>
            <a:r>
              <a:rPr kumimoji="1" lang="ja-JP" altLang="en-US" dirty="0"/>
              <a:t>有線</a:t>
            </a:r>
            <a:r>
              <a:rPr kumimoji="1" lang="en-US" altLang="ja-JP" dirty="0"/>
              <a:t>LAN</a:t>
            </a:r>
            <a:r>
              <a:rPr kumimoji="1" lang="ja-JP" altLang="en-US" dirty="0"/>
              <a:t>接続</a:t>
            </a:r>
            <a:endParaRPr kumimoji="1" lang="en-US" altLang="ja-JP" dirty="0"/>
          </a:p>
          <a:p>
            <a:pPr lvl="2"/>
            <a:r>
              <a:rPr kumimoji="1" lang="ja-JP" altLang="en-US" dirty="0"/>
              <a:t>通信速度やセキュリティの観点から</a:t>
            </a:r>
            <a:endParaRPr kumimoji="1" lang="en-US" altLang="ja-JP" dirty="0"/>
          </a:p>
          <a:p>
            <a:pPr lvl="1"/>
            <a:endParaRPr lang="en-US" altLang="ja-JP" sz="800" dirty="0"/>
          </a:p>
          <a:p>
            <a:r>
              <a:rPr kumimoji="1" lang="ja-JP" altLang="en-US" dirty="0"/>
              <a:t>その他</a:t>
            </a:r>
            <a:endParaRPr kumimoji="1" lang="en-US" altLang="ja-JP" dirty="0"/>
          </a:p>
          <a:p>
            <a:pPr lvl="1"/>
            <a:r>
              <a:rPr kumimoji="1" lang="ja-JP" altLang="en-US" dirty="0"/>
              <a:t>メモリカード類のリーダ</a:t>
            </a:r>
            <a:endParaRPr kumimoji="1" lang="en-US" altLang="ja-JP" dirty="0"/>
          </a:p>
          <a:p>
            <a:pPr lvl="1"/>
            <a:r>
              <a:rPr kumimoji="1" lang="ja-JP" altLang="en-US" dirty="0"/>
              <a:t>音声出力，マイク入力　など</a:t>
            </a:r>
            <a:endParaRPr kumimoji="1" lang="en-US" altLang="ja-JP" dirty="0"/>
          </a:p>
          <a:p>
            <a:endParaRPr kumimoji="1" lang="ja-JP" altLang="en-US" dirty="0"/>
          </a:p>
        </p:txBody>
      </p:sp>
    </p:spTree>
    <p:extLst>
      <p:ext uri="{BB962C8B-B14F-4D97-AF65-F5344CB8AC3E}">
        <p14:creationId xmlns:p14="http://schemas.microsoft.com/office/powerpoint/2010/main" val="632558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964676" y="178449"/>
            <a:ext cx="8593155" cy="1325563"/>
          </a:xfrm>
        </p:spPr>
        <p:txBody>
          <a:bodyPr/>
          <a:lstStyle/>
          <a:p>
            <a:r>
              <a:rPr kumimoji="1" lang="en-US" altLang="ja-JP" dirty="0"/>
              <a:t>USB</a:t>
            </a:r>
            <a:r>
              <a:rPr kumimoji="1" lang="ja-JP" altLang="en-US" dirty="0"/>
              <a:t>のコネクタとポート各種</a:t>
            </a:r>
          </a:p>
        </p:txBody>
      </p:sp>
      <p:sp>
        <p:nvSpPr>
          <p:cNvPr id="3" name="コンテンツ プレースホルダー 2"/>
          <p:cNvSpPr>
            <a:spLocks noGrp="1"/>
          </p:cNvSpPr>
          <p:nvPr>
            <p:ph idx="1"/>
          </p:nvPr>
        </p:nvSpPr>
        <p:spPr>
          <a:xfrm>
            <a:off x="2152650" y="1516198"/>
            <a:ext cx="7886700" cy="4351338"/>
          </a:xfrm>
        </p:spPr>
        <p:txBody>
          <a:bodyPr/>
          <a:lstStyle/>
          <a:p>
            <a:r>
              <a:rPr kumimoji="1" lang="ja-JP" altLang="en-US" dirty="0"/>
              <a:t>出典：サンワサプライ</a:t>
            </a:r>
            <a:r>
              <a:rPr lang="en-US" altLang="ja-JP" sz="2000" i="1" dirty="0">
                <a:latin typeface="Times New Roman" panose="02020603050405020304" pitchFamily="18" charset="0"/>
                <a:cs typeface="Times New Roman" panose="02020603050405020304" pitchFamily="18" charset="0"/>
              </a:rPr>
              <a:t>https://www.sanwa.co.jp/product/cable/howto/usb.html#usb_2</a:t>
            </a:r>
            <a:endParaRPr lang="ja-JP" altLang="en-US" sz="2000" i="1" dirty="0">
              <a:latin typeface="Times New Roman" panose="02020603050405020304" pitchFamily="18" charset="0"/>
              <a:cs typeface="Times New Roman" panose="02020603050405020304" pitchFamily="18" charset="0"/>
            </a:endParaRPr>
          </a:p>
        </p:txBody>
      </p:sp>
      <p:pic>
        <p:nvPicPr>
          <p:cNvPr id="4" name="図 3"/>
          <p:cNvPicPr>
            <a:picLocks noChangeAspect="1"/>
          </p:cNvPicPr>
          <p:nvPr/>
        </p:nvPicPr>
        <p:blipFill>
          <a:blip r:embed="rId3"/>
          <a:stretch>
            <a:fillRect/>
          </a:stretch>
        </p:blipFill>
        <p:spPr>
          <a:xfrm>
            <a:off x="1736240" y="2578840"/>
            <a:ext cx="1952625" cy="1762125"/>
          </a:xfrm>
          <a:prstGeom prst="rect">
            <a:avLst/>
          </a:prstGeom>
        </p:spPr>
      </p:pic>
      <p:pic>
        <p:nvPicPr>
          <p:cNvPr id="5" name="図 4"/>
          <p:cNvPicPr>
            <a:picLocks noChangeAspect="1"/>
          </p:cNvPicPr>
          <p:nvPr/>
        </p:nvPicPr>
        <p:blipFill>
          <a:blip r:embed="rId4"/>
          <a:stretch>
            <a:fillRect/>
          </a:stretch>
        </p:blipFill>
        <p:spPr>
          <a:xfrm>
            <a:off x="5907414" y="2575529"/>
            <a:ext cx="1952625" cy="1762125"/>
          </a:xfrm>
          <a:prstGeom prst="rect">
            <a:avLst/>
          </a:prstGeom>
        </p:spPr>
      </p:pic>
      <p:pic>
        <p:nvPicPr>
          <p:cNvPr id="6" name="図 5"/>
          <p:cNvPicPr>
            <a:picLocks noChangeAspect="1"/>
          </p:cNvPicPr>
          <p:nvPr/>
        </p:nvPicPr>
        <p:blipFill>
          <a:blip r:embed="rId5"/>
          <a:stretch>
            <a:fillRect/>
          </a:stretch>
        </p:blipFill>
        <p:spPr>
          <a:xfrm>
            <a:off x="8086725" y="2343287"/>
            <a:ext cx="1952625" cy="1762125"/>
          </a:xfrm>
          <a:prstGeom prst="rect">
            <a:avLst/>
          </a:prstGeom>
        </p:spPr>
      </p:pic>
      <p:pic>
        <p:nvPicPr>
          <p:cNvPr id="7" name="図 6"/>
          <p:cNvPicPr>
            <a:picLocks noChangeAspect="1"/>
          </p:cNvPicPr>
          <p:nvPr/>
        </p:nvPicPr>
        <p:blipFill>
          <a:blip r:embed="rId6"/>
          <a:stretch>
            <a:fillRect/>
          </a:stretch>
        </p:blipFill>
        <p:spPr>
          <a:xfrm>
            <a:off x="2621986" y="4836004"/>
            <a:ext cx="1952625" cy="1762125"/>
          </a:xfrm>
          <a:prstGeom prst="rect">
            <a:avLst/>
          </a:prstGeom>
        </p:spPr>
      </p:pic>
      <p:pic>
        <p:nvPicPr>
          <p:cNvPr id="8" name="図 7"/>
          <p:cNvPicPr>
            <a:picLocks noChangeAspect="1"/>
          </p:cNvPicPr>
          <p:nvPr/>
        </p:nvPicPr>
        <p:blipFill>
          <a:blip r:embed="rId7"/>
          <a:stretch>
            <a:fillRect/>
          </a:stretch>
        </p:blipFill>
        <p:spPr>
          <a:xfrm>
            <a:off x="8086726" y="4868698"/>
            <a:ext cx="1952625" cy="1762125"/>
          </a:xfrm>
          <a:prstGeom prst="rect">
            <a:avLst/>
          </a:prstGeom>
        </p:spPr>
      </p:pic>
      <p:pic>
        <p:nvPicPr>
          <p:cNvPr id="9" name="図 8"/>
          <p:cNvPicPr>
            <a:picLocks noChangeAspect="1"/>
          </p:cNvPicPr>
          <p:nvPr/>
        </p:nvPicPr>
        <p:blipFill>
          <a:blip r:embed="rId8"/>
          <a:stretch>
            <a:fillRect/>
          </a:stretch>
        </p:blipFill>
        <p:spPr>
          <a:xfrm>
            <a:off x="5479606" y="4868697"/>
            <a:ext cx="1952625" cy="1762125"/>
          </a:xfrm>
          <a:prstGeom prst="rect">
            <a:avLst/>
          </a:prstGeom>
        </p:spPr>
      </p:pic>
      <p:sp>
        <p:nvSpPr>
          <p:cNvPr id="10" name="テキスト ボックス 9"/>
          <p:cNvSpPr txBox="1"/>
          <p:nvPr/>
        </p:nvSpPr>
        <p:spPr>
          <a:xfrm>
            <a:off x="3688864" y="2578840"/>
            <a:ext cx="2210057" cy="1384995"/>
          </a:xfrm>
          <a:prstGeom prst="rect">
            <a:avLst/>
          </a:prstGeom>
          <a:noFill/>
        </p:spPr>
        <p:txBody>
          <a:bodyPr wrap="square" rtlCol="0">
            <a:spAutoFit/>
          </a:bodyPr>
          <a:lstStyle/>
          <a:p>
            <a:pPr algn="just"/>
            <a:r>
              <a:rPr lang="en-US" altLang="ja-JP" sz="1400" dirty="0"/>
              <a:t>Type-A</a:t>
            </a:r>
            <a:r>
              <a:rPr lang="ja-JP" altLang="en-US" sz="1400" dirty="0"/>
              <a:t>は，同形状でも複数の規格が存在しり，旧型のポートに新しい規格対応の機器を接続しても，十分な性能が発揮できない（接続できない場合もあり）</a:t>
            </a:r>
          </a:p>
        </p:txBody>
      </p:sp>
      <p:sp>
        <p:nvSpPr>
          <p:cNvPr id="11" name="テキスト ボックス 10"/>
          <p:cNvSpPr txBox="1"/>
          <p:nvPr/>
        </p:nvSpPr>
        <p:spPr>
          <a:xfrm>
            <a:off x="7935328" y="4117598"/>
            <a:ext cx="2622503" cy="738664"/>
          </a:xfrm>
          <a:prstGeom prst="rect">
            <a:avLst/>
          </a:prstGeom>
          <a:noFill/>
        </p:spPr>
        <p:txBody>
          <a:bodyPr wrap="square" rtlCol="0">
            <a:spAutoFit/>
          </a:bodyPr>
          <a:lstStyle/>
          <a:p>
            <a:pPr algn="just"/>
            <a:r>
              <a:rPr lang="en-US" altLang="ja-JP" sz="1400" dirty="0"/>
              <a:t>Type-C</a:t>
            </a:r>
            <a:r>
              <a:rPr lang="ja-JP" altLang="en-US" sz="1400" dirty="0"/>
              <a:t>は，スマホ等で主流の規格で，映像出力や電源供給などの機能を持つ場合もある</a:t>
            </a:r>
          </a:p>
        </p:txBody>
      </p:sp>
    </p:spTree>
    <p:extLst>
      <p:ext uri="{BB962C8B-B14F-4D97-AF65-F5344CB8AC3E}">
        <p14:creationId xmlns:p14="http://schemas.microsoft.com/office/powerpoint/2010/main" val="3059117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その他のコネクタ，ポート類</a:t>
            </a:r>
          </a:p>
        </p:txBody>
      </p:sp>
      <p:pic>
        <p:nvPicPr>
          <p:cNvPr id="6" name="図 5"/>
          <p:cNvPicPr>
            <a:picLocks noChangeAspect="1"/>
          </p:cNvPicPr>
          <p:nvPr/>
        </p:nvPicPr>
        <p:blipFill rotWithShape="1">
          <a:blip r:embed="rId2"/>
          <a:srcRect l="54449" b="27307"/>
          <a:stretch/>
        </p:blipFill>
        <p:spPr>
          <a:xfrm>
            <a:off x="2476016" y="3030739"/>
            <a:ext cx="1452824" cy="751062"/>
          </a:xfrm>
          <a:prstGeom prst="rect">
            <a:avLst/>
          </a:prstGeom>
        </p:spPr>
      </p:pic>
      <p:pic>
        <p:nvPicPr>
          <p:cNvPr id="4" name="図 3"/>
          <p:cNvPicPr>
            <a:picLocks noChangeAspect="1"/>
          </p:cNvPicPr>
          <p:nvPr/>
        </p:nvPicPr>
        <p:blipFill rotWithShape="1">
          <a:blip r:embed="rId3"/>
          <a:srcRect r="7822"/>
          <a:stretch/>
        </p:blipFill>
        <p:spPr>
          <a:xfrm>
            <a:off x="2435824" y="4558866"/>
            <a:ext cx="1347641" cy="1280277"/>
          </a:xfrm>
          <a:prstGeom prst="rect">
            <a:avLst/>
          </a:prstGeom>
        </p:spPr>
      </p:pic>
      <p:pic>
        <p:nvPicPr>
          <p:cNvPr id="7" name="図 6"/>
          <p:cNvPicPr>
            <a:picLocks noChangeAspect="1"/>
          </p:cNvPicPr>
          <p:nvPr/>
        </p:nvPicPr>
        <p:blipFill>
          <a:blip r:embed="rId4"/>
          <a:stretch>
            <a:fillRect/>
          </a:stretch>
        </p:blipFill>
        <p:spPr>
          <a:xfrm>
            <a:off x="5001299" y="4747138"/>
            <a:ext cx="1387142" cy="1092005"/>
          </a:xfrm>
          <a:prstGeom prst="rect">
            <a:avLst/>
          </a:prstGeom>
        </p:spPr>
      </p:pic>
      <p:pic>
        <p:nvPicPr>
          <p:cNvPr id="8" name="図 7"/>
          <p:cNvPicPr>
            <a:picLocks noChangeAspect="1"/>
          </p:cNvPicPr>
          <p:nvPr/>
        </p:nvPicPr>
        <p:blipFill rotWithShape="1">
          <a:blip r:embed="rId5"/>
          <a:srcRect l="33638" r="13922"/>
          <a:stretch/>
        </p:blipFill>
        <p:spPr>
          <a:xfrm>
            <a:off x="8058014" y="2918445"/>
            <a:ext cx="1375816" cy="930950"/>
          </a:xfrm>
          <a:prstGeom prst="rect">
            <a:avLst/>
          </a:prstGeom>
        </p:spPr>
      </p:pic>
      <p:pic>
        <p:nvPicPr>
          <p:cNvPr id="9" name="図 8"/>
          <p:cNvPicPr>
            <a:picLocks noChangeAspect="1"/>
          </p:cNvPicPr>
          <p:nvPr/>
        </p:nvPicPr>
        <p:blipFill>
          <a:blip r:embed="rId6"/>
          <a:stretch>
            <a:fillRect/>
          </a:stretch>
        </p:blipFill>
        <p:spPr>
          <a:xfrm>
            <a:off x="7699659" y="4603568"/>
            <a:ext cx="2196576" cy="1235574"/>
          </a:xfrm>
          <a:prstGeom prst="rect">
            <a:avLst/>
          </a:prstGeom>
        </p:spPr>
      </p:pic>
      <p:sp>
        <p:nvSpPr>
          <p:cNvPr id="10" name="正方形/長方形 9"/>
          <p:cNvSpPr/>
          <p:nvPr/>
        </p:nvSpPr>
        <p:spPr>
          <a:xfrm>
            <a:off x="2503921" y="1388825"/>
            <a:ext cx="6193427" cy="369332"/>
          </a:xfrm>
          <a:prstGeom prst="rect">
            <a:avLst/>
          </a:prstGeom>
        </p:spPr>
        <p:txBody>
          <a:bodyPr wrap="none">
            <a:spAutoFit/>
          </a:bodyPr>
          <a:lstStyle/>
          <a:p>
            <a:r>
              <a:rPr lang="ja-JP" altLang="en-US" dirty="0"/>
              <a:t>出典：サンワサプライのウェブサイト及び</a:t>
            </a:r>
            <a:r>
              <a:rPr lang="en-US" altLang="ja-JP" dirty="0"/>
              <a:t>Dell</a:t>
            </a:r>
            <a:r>
              <a:rPr lang="ja-JP" altLang="en-US" dirty="0"/>
              <a:t>　</a:t>
            </a:r>
            <a:r>
              <a:rPr lang="en-US" altLang="ja-JP" dirty="0"/>
              <a:t>Vostro3520</a:t>
            </a:r>
            <a:r>
              <a:rPr lang="ja-JP" altLang="en-US" dirty="0"/>
              <a:t>マニュアル</a:t>
            </a:r>
          </a:p>
        </p:txBody>
      </p:sp>
      <p:pic>
        <p:nvPicPr>
          <p:cNvPr id="13" name="図 12"/>
          <p:cNvPicPr>
            <a:picLocks noChangeAspect="1"/>
          </p:cNvPicPr>
          <p:nvPr/>
        </p:nvPicPr>
        <p:blipFill>
          <a:blip r:embed="rId7"/>
          <a:stretch>
            <a:fillRect/>
          </a:stretch>
        </p:blipFill>
        <p:spPr>
          <a:xfrm>
            <a:off x="5001299" y="2956583"/>
            <a:ext cx="1330454" cy="825218"/>
          </a:xfrm>
          <a:prstGeom prst="rect">
            <a:avLst/>
          </a:prstGeom>
        </p:spPr>
      </p:pic>
      <p:sp>
        <p:nvSpPr>
          <p:cNvPr id="16" name="上矢印 15"/>
          <p:cNvSpPr/>
          <p:nvPr/>
        </p:nvSpPr>
        <p:spPr>
          <a:xfrm>
            <a:off x="3040204" y="3659100"/>
            <a:ext cx="219265" cy="801644"/>
          </a:xfrm>
          <a:prstGeom prst="up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7" name="上矢印 16"/>
          <p:cNvSpPr/>
          <p:nvPr/>
        </p:nvSpPr>
        <p:spPr>
          <a:xfrm>
            <a:off x="8711816" y="3520880"/>
            <a:ext cx="172262" cy="899765"/>
          </a:xfrm>
          <a:prstGeom prst="up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8" name="上矢印 17"/>
          <p:cNvSpPr/>
          <p:nvPr/>
        </p:nvSpPr>
        <p:spPr>
          <a:xfrm>
            <a:off x="5655101" y="3659101"/>
            <a:ext cx="172262" cy="899765"/>
          </a:xfrm>
          <a:prstGeom prst="up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9" name="テキスト ボックス 18"/>
          <p:cNvSpPr txBox="1"/>
          <p:nvPr/>
        </p:nvSpPr>
        <p:spPr>
          <a:xfrm>
            <a:off x="2265384" y="2166275"/>
            <a:ext cx="4832698" cy="738664"/>
          </a:xfrm>
          <a:prstGeom prst="rect">
            <a:avLst/>
          </a:prstGeom>
          <a:noFill/>
        </p:spPr>
        <p:txBody>
          <a:bodyPr wrap="square" rtlCol="0">
            <a:spAutoFit/>
          </a:bodyPr>
          <a:lstStyle/>
          <a:p>
            <a:pPr algn="ctr"/>
            <a:r>
              <a:rPr lang="ja-JP" altLang="en-US" dirty="0"/>
              <a:t>映像用（他にも各種あり）</a:t>
            </a:r>
            <a:endParaRPr lang="en-US" altLang="ja-JP" dirty="0"/>
          </a:p>
          <a:p>
            <a:pPr algn="ctr"/>
            <a:r>
              <a:rPr lang="en-US" altLang="ja-JP" sz="2400" dirty="0"/>
              <a:t>HDMI</a:t>
            </a:r>
            <a:r>
              <a:rPr lang="ja-JP" altLang="en-US" sz="2400" dirty="0"/>
              <a:t>　　　　　　　　アナログ</a:t>
            </a:r>
            <a:r>
              <a:rPr lang="en-US" altLang="ja-JP" sz="2400" dirty="0"/>
              <a:t>RGB</a:t>
            </a:r>
            <a:endParaRPr lang="ja-JP" altLang="en-US" sz="2400" dirty="0"/>
          </a:p>
        </p:txBody>
      </p:sp>
      <p:sp>
        <p:nvSpPr>
          <p:cNvPr id="20" name="テキスト ボックス 19"/>
          <p:cNvSpPr txBox="1"/>
          <p:nvPr/>
        </p:nvSpPr>
        <p:spPr>
          <a:xfrm>
            <a:off x="7323551" y="2076992"/>
            <a:ext cx="3191788" cy="738664"/>
          </a:xfrm>
          <a:prstGeom prst="rect">
            <a:avLst/>
          </a:prstGeom>
          <a:noFill/>
        </p:spPr>
        <p:txBody>
          <a:bodyPr wrap="square" rtlCol="0">
            <a:spAutoFit/>
          </a:bodyPr>
          <a:lstStyle/>
          <a:p>
            <a:pPr algn="ctr"/>
            <a:r>
              <a:rPr lang="ja-JP" altLang="en-US" dirty="0"/>
              <a:t>ネットワーク用</a:t>
            </a:r>
            <a:endParaRPr lang="en-US" altLang="ja-JP" dirty="0"/>
          </a:p>
          <a:p>
            <a:pPr algn="ctr"/>
            <a:r>
              <a:rPr lang="en-US" altLang="ja-JP" sz="2400" dirty="0"/>
              <a:t>LAN</a:t>
            </a:r>
            <a:r>
              <a:rPr lang="ja-JP" altLang="en-US" sz="2400" dirty="0"/>
              <a:t>コネクタ・ケーブル</a:t>
            </a:r>
          </a:p>
        </p:txBody>
      </p:sp>
      <p:sp>
        <p:nvSpPr>
          <p:cNvPr id="21" name="テキスト ボックス 20"/>
          <p:cNvSpPr txBox="1"/>
          <p:nvPr/>
        </p:nvSpPr>
        <p:spPr>
          <a:xfrm>
            <a:off x="1874729" y="5992834"/>
            <a:ext cx="8640610" cy="707886"/>
          </a:xfrm>
          <a:prstGeom prst="rect">
            <a:avLst/>
          </a:prstGeom>
          <a:noFill/>
        </p:spPr>
        <p:txBody>
          <a:bodyPr wrap="square" rtlCol="0">
            <a:spAutoFit/>
          </a:bodyPr>
          <a:lstStyle/>
          <a:p>
            <a:pPr marL="342900" indent="-342900">
              <a:buFont typeface="Arial" panose="020B0604020202020204" pitchFamily="34" charset="0"/>
              <a:buChar char="•"/>
            </a:pPr>
            <a:r>
              <a:rPr lang="ja-JP" altLang="en-US" sz="2000" b="1" dirty="0">
                <a:solidFill>
                  <a:srgbClr val="FF0000"/>
                </a:solidFill>
              </a:rPr>
              <a:t>基本的には，正しい組合せでしか接続できないが，</a:t>
            </a:r>
            <a:r>
              <a:rPr lang="en-US" altLang="ja-JP" sz="2000" b="1" dirty="0">
                <a:solidFill>
                  <a:srgbClr val="FF0000"/>
                </a:solidFill>
              </a:rPr>
              <a:t>USB</a:t>
            </a:r>
            <a:r>
              <a:rPr lang="ja-JP" altLang="en-US" sz="2000" b="1" dirty="0" err="1">
                <a:solidFill>
                  <a:srgbClr val="FF0000"/>
                </a:solidFill>
              </a:rPr>
              <a:t>，</a:t>
            </a:r>
            <a:r>
              <a:rPr lang="en-US" altLang="ja-JP" sz="2000" b="1" dirty="0">
                <a:solidFill>
                  <a:srgbClr val="FF0000"/>
                </a:solidFill>
              </a:rPr>
              <a:t>HDMI</a:t>
            </a:r>
            <a:r>
              <a:rPr lang="ja-JP" altLang="en-US" sz="2000" b="1" dirty="0" err="1">
                <a:solidFill>
                  <a:srgbClr val="FF0000"/>
                </a:solidFill>
              </a:rPr>
              <a:t>，</a:t>
            </a:r>
            <a:r>
              <a:rPr lang="en-US" altLang="ja-JP" sz="2000" b="1" dirty="0">
                <a:solidFill>
                  <a:srgbClr val="FF0000"/>
                </a:solidFill>
              </a:rPr>
              <a:t>LAN</a:t>
            </a:r>
            <a:r>
              <a:rPr lang="ja-JP" altLang="en-US" sz="2000" b="1" dirty="0">
                <a:solidFill>
                  <a:srgbClr val="FF0000"/>
                </a:solidFill>
              </a:rPr>
              <a:t>のケーブルなど，形状は同じでも規格が異なり，正しく機能しない場合もある</a:t>
            </a:r>
          </a:p>
        </p:txBody>
      </p:sp>
    </p:spTree>
    <p:extLst>
      <p:ext uri="{BB962C8B-B14F-4D97-AF65-F5344CB8AC3E}">
        <p14:creationId xmlns:p14="http://schemas.microsoft.com/office/powerpoint/2010/main" val="501533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152650" y="365127"/>
            <a:ext cx="7886700" cy="1056050"/>
          </a:xfrm>
        </p:spPr>
        <p:txBody>
          <a:bodyPr/>
          <a:lstStyle/>
          <a:p>
            <a:r>
              <a:rPr kumimoji="1" lang="ja-JP" altLang="en-US" dirty="0"/>
              <a:t>入力装置，出力装置</a:t>
            </a:r>
          </a:p>
        </p:txBody>
      </p:sp>
      <p:sp>
        <p:nvSpPr>
          <p:cNvPr id="4" name="コンテンツ プレースホルダー 3"/>
          <p:cNvSpPr>
            <a:spLocks noGrp="1"/>
          </p:cNvSpPr>
          <p:nvPr>
            <p:ph sz="half" idx="1"/>
          </p:nvPr>
        </p:nvSpPr>
        <p:spPr>
          <a:xfrm>
            <a:off x="1877077" y="1550204"/>
            <a:ext cx="4106189" cy="4955421"/>
          </a:xfrm>
        </p:spPr>
        <p:txBody>
          <a:bodyPr>
            <a:normAutofit lnSpcReduction="10000"/>
          </a:bodyPr>
          <a:lstStyle/>
          <a:p>
            <a:pPr algn="just"/>
            <a:r>
              <a:rPr kumimoji="1" lang="ja-JP" altLang="en-US" dirty="0"/>
              <a:t>入力装置</a:t>
            </a:r>
            <a:endParaRPr kumimoji="1" lang="en-US" altLang="ja-JP" dirty="0"/>
          </a:p>
          <a:p>
            <a:pPr algn="just"/>
            <a:endParaRPr lang="en-US" altLang="ja-JP" sz="1600" dirty="0"/>
          </a:p>
          <a:p>
            <a:pPr lvl="1" algn="just"/>
            <a:r>
              <a:rPr lang="ja-JP" altLang="en-US" sz="2800" dirty="0"/>
              <a:t>キーボード</a:t>
            </a:r>
            <a:endParaRPr lang="en-US" altLang="ja-JP" sz="2800" dirty="0"/>
          </a:p>
          <a:p>
            <a:pPr lvl="1" algn="just"/>
            <a:r>
              <a:rPr lang="ja-JP" altLang="en-US" sz="2800" dirty="0"/>
              <a:t>マウス（タッチパッド）</a:t>
            </a:r>
            <a:endParaRPr lang="en-US" altLang="ja-JP" sz="2800" dirty="0"/>
          </a:p>
          <a:p>
            <a:pPr lvl="1" algn="just"/>
            <a:r>
              <a:rPr lang="ja-JP" altLang="en-US" sz="2800" dirty="0"/>
              <a:t>タブレット</a:t>
            </a:r>
            <a:endParaRPr lang="en-US" altLang="ja-JP" sz="2800" dirty="0"/>
          </a:p>
          <a:p>
            <a:pPr lvl="1" algn="just"/>
            <a:r>
              <a:rPr lang="ja-JP" altLang="en-US" sz="2800" dirty="0"/>
              <a:t>カメラ</a:t>
            </a:r>
            <a:endParaRPr lang="en-US" altLang="ja-JP" sz="2800" dirty="0"/>
          </a:p>
          <a:p>
            <a:pPr lvl="1" algn="just"/>
            <a:r>
              <a:rPr lang="ja-JP" altLang="en-US" sz="2800" dirty="0"/>
              <a:t>マイク</a:t>
            </a:r>
            <a:endParaRPr lang="en-US" altLang="ja-JP" sz="2800" dirty="0"/>
          </a:p>
          <a:p>
            <a:pPr lvl="1" algn="just"/>
            <a:r>
              <a:rPr lang="ja-JP" altLang="en-US" sz="2800" dirty="0"/>
              <a:t>スキャナ</a:t>
            </a:r>
            <a:endParaRPr lang="en-US" altLang="ja-JP" sz="2800" dirty="0"/>
          </a:p>
          <a:p>
            <a:pPr lvl="1" algn="just"/>
            <a:endParaRPr lang="en-US" altLang="ja-JP" sz="200" dirty="0"/>
          </a:p>
          <a:p>
            <a:pPr lvl="1" algn="just"/>
            <a:r>
              <a:rPr kumimoji="1" lang="en-US" altLang="ja-JP" dirty="0"/>
              <a:t>PC</a:t>
            </a:r>
            <a:r>
              <a:rPr kumimoji="1" lang="ja-JP" altLang="en-US" dirty="0" err="1"/>
              <a:t>への</a:t>
            </a:r>
            <a:r>
              <a:rPr kumimoji="1" lang="ja-JP" altLang="en-US" dirty="0"/>
              <a:t>出力を持つ測定装置類</a:t>
            </a:r>
            <a:endParaRPr kumimoji="1" lang="en-US" altLang="ja-JP" dirty="0"/>
          </a:p>
          <a:p>
            <a:pPr marL="457200" lvl="1" indent="0" algn="just">
              <a:buNone/>
            </a:pPr>
            <a:endParaRPr lang="en-US" altLang="ja-JP" sz="1800" dirty="0"/>
          </a:p>
          <a:p>
            <a:pPr marL="457200" lvl="1" indent="0" algn="just">
              <a:buNone/>
            </a:pPr>
            <a:r>
              <a:rPr kumimoji="1" lang="ja-JP" altLang="en-US" dirty="0"/>
              <a:t>など</a:t>
            </a:r>
          </a:p>
        </p:txBody>
      </p:sp>
      <p:sp>
        <p:nvSpPr>
          <p:cNvPr id="5" name="コンテンツ プレースホルダー 4"/>
          <p:cNvSpPr>
            <a:spLocks noGrp="1"/>
          </p:cNvSpPr>
          <p:nvPr>
            <p:ph sz="half" idx="2"/>
          </p:nvPr>
        </p:nvSpPr>
        <p:spPr>
          <a:xfrm>
            <a:off x="6153150" y="1550203"/>
            <a:ext cx="4364538" cy="4351338"/>
          </a:xfrm>
        </p:spPr>
        <p:txBody>
          <a:bodyPr>
            <a:normAutofit lnSpcReduction="10000"/>
          </a:bodyPr>
          <a:lstStyle/>
          <a:p>
            <a:pPr algn="just"/>
            <a:r>
              <a:rPr kumimoji="1" lang="ja-JP" altLang="en-US" dirty="0"/>
              <a:t>出力装置</a:t>
            </a:r>
            <a:endParaRPr kumimoji="1" lang="en-US" altLang="ja-JP" dirty="0"/>
          </a:p>
          <a:p>
            <a:pPr algn="just"/>
            <a:endParaRPr lang="en-US" altLang="ja-JP" sz="1600" dirty="0"/>
          </a:p>
          <a:p>
            <a:pPr lvl="1" algn="just"/>
            <a:r>
              <a:rPr lang="ja-JP" altLang="en-US" sz="2800" dirty="0"/>
              <a:t>モニタ（ディスプレイ）</a:t>
            </a:r>
            <a:endParaRPr lang="en-US" altLang="ja-JP" sz="2800" dirty="0"/>
          </a:p>
          <a:p>
            <a:pPr lvl="1" algn="just"/>
            <a:r>
              <a:rPr lang="ja-JP" altLang="en-US" sz="2800" dirty="0"/>
              <a:t>プロジェクタ</a:t>
            </a:r>
            <a:endParaRPr lang="en-US" altLang="ja-JP" sz="2800" dirty="0"/>
          </a:p>
          <a:p>
            <a:pPr lvl="1" algn="just"/>
            <a:r>
              <a:rPr lang="ja-JP" altLang="en-US" sz="2800" dirty="0"/>
              <a:t>プリンタ</a:t>
            </a:r>
            <a:endParaRPr lang="en-US" altLang="ja-JP" sz="2800" dirty="0"/>
          </a:p>
          <a:p>
            <a:pPr lvl="1" algn="just"/>
            <a:r>
              <a:rPr lang="ja-JP" altLang="en-US" sz="2800" dirty="0"/>
              <a:t>スピーカー</a:t>
            </a:r>
            <a:endParaRPr lang="en-US" altLang="ja-JP" sz="2800" dirty="0"/>
          </a:p>
          <a:p>
            <a:pPr lvl="1" algn="just"/>
            <a:endParaRPr lang="en-US" altLang="ja-JP" sz="2800" dirty="0"/>
          </a:p>
          <a:p>
            <a:pPr marL="457200" lvl="1" indent="0" algn="just">
              <a:buNone/>
            </a:pPr>
            <a:r>
              <a:rPr kumimoji="1" lang="ja-JP" altLang="en-US" dirty="0"/>
              <a:t>など</a:t>
            </a:r>
          </a:p>
        </p:txBody>
      </p:sp>
    </p:spTree>
    <p:extLst>
      <p:ext uri="{BB962C8B-B14F-4D97-AF65-F5344CB8AC3E}">
        <p14:creationId xmlns:p14="http://schemas.microsoft.com/office/powerpoint/2010/main" val="3130101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140032" y="207967"/>
            <a:ext cx="7886700" cy="1156838"/>
          </a:xfrm>
        </p:spPr>
        <p:txBody>
          <a:bodyPr/>
          <a:lstStyle/>
          <a:p>
            <a:r>
              <a:rPr kumimoji="1" lang="ja-JP" altLang="en-US" dirty="0"/>
              <a:t>外部記憶装置，記録メディア</a:t>
            </a:r>
          </a:p>
        </p:txBody>
      </p:sp>
      <p:sp>
        <p:nvSpPr>
          <p:cNvPr id="3" name="コンテンツ プレースホルダー 2"/>
          <p:cNvSpPr>
            <a:spLocks noGrp="1"/>
          </p:cNvSpPr>
          <p:nvPr>
            <p:ph idx="1"/>
          </p:nvPr>
        </p:nvSpPr>
        <p:spPr>
          <a:xfrm>
            <a:off x="1140032" y="1377109"/>
            <a:ext cx="10331532" cy="5260620"/>
          </a:xfrm>
        </p:spPr>
        <p:txBody>
          <a:bodyPr>
            <a:normAutofit fontScale="92500" lnSpcReduction="20000"/>
          </a:bodyPr>
          <a:lstStyle/>
          <a:p>
            <a:pPr marL="0" indent="0">
              <a:lnSpc>
                <a:spcPct val="110000"/>
              </a:lnSpc>
              <a:buNone/>
            </a:pPr>
            <a:r>
              <a:rPr lang="ja-JP" altLang="en-US" sz="3200" dirty="0"/>
              <a:t>コスト・容量や信頼性などを考慮して使い分け</a:t>
            </a:r>
            <a:endParaRPr lang="en-US" altLang="ja-JP" sz="3200" dirty="0"/>
          </a:p>
          <a:p>
            <a:pPr lvl="4">
              <a:lnSpc>
                <a:spcPct val="110000"/>
              </a:lnSpc>
            </a:pPr>
            <a:endParaRPr kumimoji="1" lang="en-US" altLang="ja-JP" dirty="0"/>
          </a:p>
          <a:p>
            <a:pPr>
              <a:lnSpc>
                <a:spcPct val="110000"/>
              </a:lnSpc>
            </a:pPr>
            <a:r>
              <a:rPr lang="ja-JP" altLang="en-US" sz="3200" dirty="0"/>
              <a:t>外付けドライブ（</a:t>
            </a:r>
            <a:r>
              <a:rPr lang="en-US" altLang="ja-JP" sz="3200" dirty="0"/>
              <a:t>HDD</a:t>
            </a:r>
            <a:r>
              <a:rPr lang="ja-JP" altLang="en-US" sz="3200" dirty="0"/>
              <a:t>など）</a:t>
            </a:r>
            <a:endParaRPr lang="en-US" altLang="ja-JP" sz="3200" dirty="0"/>
          </a:p>
          <a:p>
            <a:pPr>
              <a:lnSpc>
                <a:spcPct val="110000"/>
              </a:lnSpc>
            </a:pPr>
            <a:r>
              <a:rPr lang="en-US" altLang="ja-JP" sz="3200" dirty="0"/>
              <a:t>USB</a:t>
            </a:r>
            <a:r>
              <a:rPr lang="ja-JP" altLang="en-US" sz="3200" dirty="0"/>
              <a:t>メモリ</a:t>
            </a:r>
            <a:endParaRPr lang="en-US" altLang="ja-JP" sz="3200" dirty="0"/>
          </a:p>
          <a:p>
            <a:pPr>
              <a:lnSpc>
                <a:spcPct val="110000"/>
              </a:lnSpc>
            </a:pPr>
            <a:r>
              <a:rPr lang="en-US" altLang="ja-JP" sz="3200" dirty="0"/>
              <a:t>CD</a:t>
            </a:r>
            <a:r>
              <a:rPr lang="ja-JP" altLang="en-US" sz="3200" dirty="0" err="1"/>
              <a:t>，</a:t>
            </a:r>
            <a:r>
              <a:rPr lang="en-US" altLang="ja-JP" sz="3200" dirty="0"/>
              <a:t>DVD</a:t>
            </a:r>
            <a:r>
              <a:rPr lang="ja-JP" altLang="en-US" sz="3200" dirty="0" err="1"/>
              <a:t>，</a:t>
            </a:r>
            <a:r>
              <a:rPr lang="en-US" altLang="ja-JP" sz="3200" dirty="0"/>
              <a:t>BD</a:t>
            </a:r>
            <a:r>
              <a:rPr lang="ja-JP" altLang="en-US" sz="3200" dirty="0"/>
              <a:t>等の書き込み装置</a:t>
            </a:r>
            <a:endParaRPr lang="en-US" altLang="ja-JP" sz="3200" dirty="0"/>
          </a:p>
          <a:p>
            <a:pPr lvl="1">
              <a:lnSpc>
                <a:spcPct val="110000"/>
              </a:lnSpc>
            </a:pPr>
            <a:r>
              <a:rPr lang="ja-JP" altLang="en-US" sz="2800" dirty="0"/>
              <a:t>メディア交換可能</a:t>
            </a:r>
            <a:endParaRPr lang="en-US" altLang="ja-JP" sz="2800" dirty="0"/>
          </a:p>
          <a:p>
            <a:pPr lvl="1">
              <a:lnSpc>
                <a:spcPct val="110000"/>
              </a:lnSpc>
            </a:pPr>
            <a:r>
              <a:rPr lang="ja-JP" altLang="en-US" sz="2800" dirty="0"/>
              <a:t>比較的安価なメディア</a:t>
            </a:r>
            <a:endParaRPr lang="en-US" altLang="ja-JP" sz="2800" dirty="0"/>
          </a:p>
          <a:p>
            <a:pPr>
              <a:lnSpc>
                <a:spcPct val="110000"/>
              </a:lnSpc>
            </a:pPr>
            <a:r>
              <a:rPr lang="en-US" altLang="ja-JP" sz="3200" dirty="0"/>
              <a:t>SD</a:t>
            </a:r>
            <a:r>
              <a:rPr lang="ja-JP" altLang="en-US" sz="3200" dirty="0"/>
              <a:t>カード等</a:t>
            </a:r>
            <a:endParaRPr lang="en-US" altLang="ja-JP" sz="3200" dirty="0"/>
          </a:p>
          <a:p>
            <a:pPr lvl="1">
              <a:lnSpc>
                <a:spcPct val="110000"/>
              </a:lnSpc>
            </a:pPr>
            <a:r>
              <a:rPr lang="ja-JP" altLang="en-US" sz="2800" dirty="0"/>
              <a:t>デジカメやスマホ・タブレット等でも</a:t>
            </a:r>
            <a:endParaRPr lang="en-US" altLang="ja-JP" sz="2800" dirty="0"/>
          </a:p>
          <a:p>
            <a:pPr lvl="5">
              <a:lnSpc>
                <a:spcPct val="110000"/>
              </a:lnSpc>
            </a:pPr>
            <a:endParaRPr lang="en-US" altLang="ja-JP" sz="1050" dirty="0"/>
          </a:p>
          <a:p>
            <a:pPr>
              <a:lnSpc>
                <a:spcPct val="110000"/>
              </a:lnSpc>
            </a:pPr>
            <a:r>
              <a:rPr lang="ja-JP" altLang="en-US" sz="3200" dirty="0">
                <a:solidFill>
                  <a:schemeClr val="bg2">
                    <a:lumMod val="50000"/>
                  </a:schemeClr>
                </a:solidFill>
              </a:rPr>
              <a:t>オンライン（クラウド）ストレージ</a:t>
            </a:r>
          </a:p>
        </p:txBody>
      </p:sp>
    </p:spTree>
    <p:extLst>
      <p:ext uri="{BB962C8B-B14F-4D97-AF65-F5344CB8AC3E}">
        <p14:creationId xmlns:p14="http://schemas.microsoft.com/office/powerpoint/2010/main" val="13641431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周辺機器との接続，切断</a:t>
            </a:r>
          </a:p>
        </p:txBody>
      </p:sp>
      <p:sp>
        <p:nvSpPr>
          <p:cNvPr id="3" name="コンテンツ プレースホルダー 2"/>
          <p:cNvSpPr>
            <a:spLocks noGrp="1"/>
          </p:cNvSpPr>
          <p:nvPr>
            <p:ph idx="1"/>
          </p:nvPr>
        </p:nvSpPr>
        <p:spPr>
          <a:xfrm>
            <a:off x="1033153" y="1690689"/>
            <a:ext cx="10515600" cy="4810319"/>
          </a:xfrm>
        </p:spPr>
        <p:txBody>
          <a:bodyPr>
            <a:normAutofit/>
          </a:bodyPr>
          <a:lstStyle/>
          <a:p>
            <a:pPr algn="just"/>
            <a:r>
              <a:rPr lang="ja-JP" altLang="en-US" sz="3200" dirty="0"/>
              <a:t>接続については，たいていの場合，単に繋ぐだけ</a:t>
            </a:r>
            <a:endParaRPr lang="en-US" altLang="ja-JP" sz="3200" dirty="0"/>
          </a:p>
          <a:p>
            <a:pPr lvl="1" algn="just"/>
            <a:r>
              <a:rPr lang="ja-JP" altLang="en-US" sz="2800" dirty="0"/>
              <a:t>入力，出力装置についてはドライバ（専用ソフト）が必要な場合も</a:t>
            </a:r>
            <a:endParaRPr lang="en-US" altLang="ja-JP" sz="2800" dirty="0"/>
          </a:p>
          <a:p>
            <a:pPr lvl="1" algn="just"/>
            <a:endParaRPr lang="en-US" altLang="ja-JP" sz="2800" dirty="0"/>
          </a:p>
          <a:p>
            <a:pPr algn="just"/>
            <a:r>
              <a:rPr lang="ja-JP" altLang="en-US" sz="3200" dirty="0"/>
              <a:t>オンラインストレージ：接続には認証が必要</a:t>
            </a:r>
            <a:endParaRPr lang="en-US" altLang="ja-JP" sz="3200" dirty="0"/>
          </a:p>
          <a:p>
            <a:pPr algn="just"/>
            <a:endParaRPr lang="en-US" altLang="ja-JP" sz="3200" dirty="0"/>
          </a:p>
          <a:p>
            <a:pPr algn="just"/>
            <a:r>
              <a:rPr lang="ja-JP" altLang="en-US" sz="3200" dirty="0"/>
              <a:t>切断時には終了（取り出し）処理が必要</a:t>
            </a:r>
            <a:endParaRPr lang="en-US" altLang="ja-JP" sz="3200" dirty="0"/>
          </a:p>
          <a:p>
            <a:pPr lvl="1" algn="just"/>
            <a:r>
              <a:rPr lang="ja-JP" altLang="en-US" sz="2800" dirty="0"/>
              <a:t>そのまま取り出（取り外）すとデータが破損する可能性</a:t>
            </a:r>
            <a:endParaRPr lang="en-US" altLang="ja-JP" sz="2800" dirty="0"/>
          </a:p>
          <a:p>
            <a:pPr lvl="2" algn="just"/>
            <a:r>
              <a:rPr lang="en-US" altLang="ja-JP" sz="2400" dirty="0"/>
              <a:t>USB</a:t>
            </a:r>
            <a:r>
              <a:rPr lang="ja-JP" altLang="en-US" sz="2400" dirty="0"/>
              <a:t>メモリ，</a:t>
            </a:r>
            <a:r>
              <a:rPr lang="en-US" altLang="ja-JP" sz="2400" dirty="0"/>
              <a:t>SD</a:t>
            </a:r>
            <a:r>
              <a:rPr lang="ja-JP" altLang="en-US" sz="2400" dirty="0"/>
              <a:t>カード，</a:t>
            </a:r>
            <a:r>
              <a:rPr lang="en-US" altLang="ja-JP" sz="2400" dirty="0"/>
              <a:t>CD-R</a:t>
            </a:r>
            <a:r>
              <a:rPr lang="ja-JP" altLang="en-US" sz="2400" dirty="0"/>
              <a:t>等</a:t>
            </a:r>
            <a:endParaRPr lang="en-US" altLang="ja-JP" sz="2400" dirty="0"/>
          </a:p>
          <a:p>
            <a:pPr lvl="2"/>
            <a:endParaRPr kumimoji="1" lang="ja-JP" altLang="en-US" dirty="0"/>
          </a:p>
        </p:txBody>
      </p:sp>
    </p:spTree>
    <p:extLst>
      <p:ext uri="{BB962C8B-B14F-4D97-AF65-F5344CB8AC3E}">
        <p14:creationId xmlns:p14="http://schemas.microsoft.com/office/powerpoint/2010/main" val="3711937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152650" y="25244"/>
            <a:ext cx="7886700" cy="1113417"/>
          </a:xfrm>
        </p:spPr>
        <p:txBody>
          <a:bodyPr/>
          <a:lstStyle/>
          <a:p>
            <a:r>
              <a:rPr kumimoji="1" lang="ja-JP" altLang="en-US" dirty="0"/>
              <a:t>キーボード（特殊キー）</a:t>
            </a:r>
          </a:p>
        </p:txBody>
      </p:sp>
      <p:sp>
        <p:nvSpPr>
          <p:cNvPr id="3" name="コンテンツ プレースホルダー 2"/>
          <p:cNvSpPr>
            <a:spLocks noGrp="1"/>
          </p:cNvSpPr>
          <p:nvPr>
            <p:ph idx="1"/>
          </p:nvPr>
        </p:nvSpPr>
        <p:spPr>
          <a:xfrm>
            <a:off x="1425032" y="925966"/>
            <a:ext cx="9107166" cy="3282051"/>
          </a:xfrm>
        </p:spPr>
        <p:txBody>
          <a:bodyPr>
            <a:normAutofit fontScale="92500" lnSpcReduction="10000"/>
          </a:bodyPr>
          <a:lstStyle/>
          <a:p>
            <a:r>
              <a:rPr kumimoji="1" lang="en-US" altLang="ja-JP" dirty="0"/>
              <a:t>Ctrl</a:t>
            </a:r>
            <a:r>
              <a:rPr kumimoji="1" lang="ja-JP" altLang="en-US" dirty="0"/>
              <a:t>　</a:t>
            </a:r>
            <a:r>
              <a:rPr lang="ja-JP" altLang="en-US" sz="2000" dirty="0"/>
              <a:t>コントロール　</a:t>
            </a:r>
            <a:r>
              <a:rPr lang="ja-JP" altLang="en-US" sz="2400" dirty="0"/>
              <a:t>：　各種ショートカット</a:t>
            </a:r>
            <a:endParaRPr lang="en-US" altLang="ja-JP" sz="2400" dirty="0"/>
          </a:p>
          <a:p>
            <a:r>
              <a:rPr kumimoji="1" lang="en-US" altLang="ja-JP" dirty="0"/>
              <a:t>Alt	</a:t>
            </a:r>
            <a:r>
              <a:rPr lang="ja-JP" altLang="en-US" sz="2000" dirty="0"/>
              <a:t>オルト　</a:t>
            </a:r>
            <a:r>
              <a:rPr lang="ja-JP" altLang="en-US" sz="2400" dirty="0"/>
              <a:t>：　（例えば）マウスを使わないメニュー操作</a:t>
            </a:r>
            <a:endParaRPr lang="en-US" altLang="ja-JP" sz="2400" dirty="0"/>
          </a:p>
          <a:p>
            <a:r>
              <a:rPr kumimoji="1" lang="en-US" altLang="ja-JP" dirty="0"/>
              <a:t>ESC</a:t>
            </a:r>
            <a:r>
              <a:rPr kumimoji="1" lang="ja-JP" altLang="en-US" dirty="0"/>
              <a:t>　</a:t>
            </a:r>
            <a:r>
              <a:rPr lang="ja-JP" altLang="en-US" sz="2000" dirty="0"/>
              <a:t>エスケープ</a:t>
            </a:r>
            <a:r>
              <a:rPr kumimoji="1" lang="ja-JP" altLang="en-US" dirty="0"/>
              <a:t>　：　</a:t>
            </a:r>
            <a:r>
              <a:rPr lang="ja-JP" altLang="en-US" sz="2400" dirty="0"/>
              <a:t>操作の中断など</a:t>
            </a:r>
            <a:endParaRPr lang="en-US" altLang="ja-JP" sz="2400" dirty="0"/>
          </a:p>
          <a:p>
            <a:r>
              <a:rPr lang="ja-JP" altLang="en-US" sz="2400" dirty="0"/>
              <a:t>　　　</a:t>
            </a:r>
            <a:r>
              <a:rPr lang="en-US" altLang="ja-JP" sz="2400" dirty="0"/>
              <a:t>Windows</a:t>
            </a:r>
            <a:r>
              <a:rPr lang="ja-JP" altLang="en-US" sz="2400" dirty="0"/>
              <a:t>キー　：</a:t>
            </a:r>
            <a:r>
              <a:rPr lang="ja-JP" altLang="en-US" sz="2000" dirty="0"/>
              <a:t>　</a:t>
            </a:r>
            <a:r>
              <a:rPr lang="ja-JP" altLang="en-US" sz="2400" dirty="0"/>
              <a:t>各種ショートカット，スタートメニュー表示</a:t>
            </a:r>
            <a:endParaRPr lang="en-US" altLang="ja-JP" sz="2400" dirty="0"/>
          </a:p>
          <a:p>
            <a:pPr lvl="5"/>
            <a:endParaRPr lang="en-US" altLang="ja-JP" sz="900" dirty="0"/>
          </a:p>
          <a:p>
            <a:r>
              <a:rPr kumimoji="1" lang="ja-JP" altLang="en-US" dirty="0"/>
              <a:t>ファンクションキー（</a:t>
            </a:r>
            <a:r>
              <a:rPr kumimoji="1" lang="en-US" altLang="ja-JP" dirty="0"/>
              <a:t>F1</a:t>
            </a:r>
            <a:r>
              <a:rPr kumimoji="1" lang="ja-JP" altLang="en-US" dirty="0"/>
              <a:t>～</a:t>
            </a:r>
            <a:r>
              <a:rPr kumimoji="1" lang="en-US" altLang="ja-JP" dirty="0"/>
              <a:t>F12</a:t>
            </a:r>
            <a:r>
              <a:rPr kumimoji="1" lang="ja-JP" altLang="en-US" dirty="0"/>
              <a:t>）</a:t>
            </a:r>
            <a:endParaRPr kumimoji="1" lang="en-US" altLang="ja-JP" dirty="0"/>
          </a:p>
          <a:p>
            <a:pPr lvl="1"/>
            <a:r>
              <a:rPr kumimoji="1" lang="ja-JP" altLang="en-US" dirty="0"/>
              <a:t>アプリでそれぞれに機能を割り当てている</a:t>
            </a:r>
            <a:endParaRPr kumimoji="1" lang="en-US" altLang="ja-JP" dirty="0"/>
          </a:p>
          <a:p>
            <a:pPr lvl="2"/>
            <a:r>
              <a:rPr kumimoji="1" lang="ja-JP" altLang="en-US" dirty="0"/>
              <a:t>例えば</a:t>
            </a:r>
            <a:r>
              <a:rPr kumimoji="1" lang="en-US" altLang="ja-JP" dirty="0"/>
              <a:t>F1</a:t>
            </a:r>
            <a:r>
              <a:rPr kumimoji="1" lang="ja-JP" altLang="en-US" dirty="0"/>
              <a:t>は，たいていのアプリで「ヘルプ」の表示</a:t>
            </a:r>
            <a:endParaRPr kumimoji="1" lang="en-US" altLang="ja-JP" dirty="0"/>
          </a:p>
          <a:p>
            <a:pPr marL="457200" lvl="1" indent="0">
              <a:buNone/>
            </a:pPr>
            <a:r>
              <a:rPr kumimoji="1" lang="ja-JP" altLang="en-US" dirty="0"/>
              <a:t>↓これは，フルキーボード（テンキー付き）の場合</a:t>
            </a:r>
          </a:p>
        </p:txBody>
      </p:sp>
      <p:pic>
        <p:nvPicPr>
          <p:cNvPr id="4" name="図 3"/>
          <p:cNvPicPr>
            <a:picLocks noChangeAspect="1"/>
          </p:cNvPicPr>
          <p:nvPr/>
        </p:nvPicPr>
        <p:blipFill>
          <a:blip r:embed="rId3"/>
          <a:stretch>
            <a:fillRect/>
          </a:stretch>
        </p:blipFill>
        <p:spPr>
          <a:xfrm>
            <a:off x="1659802" y="4283422"/>
            <a:ext cx="8872396" cy="2463257"/>
          </a:xfrm>
          <a:prstGeom prst="rect">
            <a:avLst/>
          </a:prstGeom>
        </p:spPr>
      </p:pic>
      <p:pic>
        <p:nvPicPr>
          <p:cNvPr id="5" name="図 4"/>
          <p:cNvPicPr>
            <a:picLocks noChangeAspect="1"/>
          </p:cNvPicPr>
          <p:nvPr/>
        </p:nvPicPr>
        <p:blipFill>
          <a:blip r:embed="rId4"/>
          <a:stretch>
            <a:fillRect/>
          </a:stretch>
        </p:blipFill>
        <p:spPr>
          <a:xfrm>
            <a:off x="1801838" y="2248393"/>
            <a:ext cx="427973" cy="387851"/>
          </a:xfrm>
          <a:prstGeom prst="rect">
            <a:avLst/>
          </a:prstGeom>
          <a:ln>
            <a:solidFill>
              <a:schemeClr val="tx1"/>
            </a:solidFill>
          </a:ln>
        </p:spPr>
      </p:pic>
    </p:spTree>
    <p:extLst>
      <p:ext uri="{BB962C8B-B14F-4D97-AF65-F5344CB8AC3E}">
        <p14:creationId xmlns:p14="http://schemas.microsoft.com/office/powerpoint/2010/main" val="1915040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989812" y="164710"/>
            <a:ext cx="7886700" cy="801687"/>
          </a:xfrm>
        </p:spPr>
        <p:txBody>
          <a:bodyPr/>
          <a:lstStyle/>
          <a:p>
            <a:r>
              <a:rPr kumimoji="1" lang="ja-JP" altLang="en-US" dirty="0"/>
              <a:t>使用するノート</a:t>
            </a:r>
            <a:r>
              <a:rPr kumimoji="1" lang="en-US" altLang="ja-JP" dirty="0"/>
              <a:t>PC</a:t>
            </a:r>
            <a:r>
              <a:rPr kumimoji="1" lang="ja-JP" altLang="en-US" dirty="0"/>
              <a:t>の場合</a:t>
            </a:r>
          </a:p>
        </p:txBody>
      </p:sp>
      <p:sp>
        <p:nvSpPr>
          <p:cNvPr id="3" name="コンテンツ プレースホルダー 2"/>
          <p:cNvSpPr>
            <a:spLocks noGrp="1"/>
          </p:cNvSpPr>
          <p:nvPr>
            <p:ph idx="1"/>
          </p:nvPr>
        </p:nvSpPr>
        <p:spPr>
          <a:xfrm>
            <a:off x="2152650" y="1127343"/>
            <a:ext cx="8427668" cy="5049621"/>
          </a:xfrm>
        </p:spPr>
        <p:txBody>
          <a:bodyPr/>
          <a:lstStyle/>
          <a:p>
            <a:r>
              <a:rPr kumimoji="1" lang="ja-JP" altLang="en-US" dirty="0"/>
              <a:t>テンキーは存在するが，一部キー配列が独特</a:t>
            </a:r>
            <a:endParaRPr kumimoji="1" lang="en-US" altLang="ja-JP" dirty="0"/>
          </a:p>
          <a:p>
            <a:r>
              <a:rPr kumimoji="1" lang="ja-JP" altLang="en-US" dirty="0"/>
              <a:t>ファンクションキーを利用するには</a:t>
            </a:r>
            <a:r>
              <a:rPr kumimoji="1" lang="en-US" altLang="ja-JP" dirty="0"/>
              <a:t>[</a:t>
            </a:r>
            <a:r>
              <a:rPr kumimoji="1" lang="en-US" altLang="ja-JP" dirty="0" err="1"/>
              <a:t>Fn</a:t>
            </a:r>
            <a:r>
              <a:rPr kumimoji="1" lang="en-US" altLang="ja-JP" dirty="0"/>
              <a:t>]</a:t>
            </a:r>
            <a:r>
              <a:rPr kumimoji="1" lang="ja-JP" altLang="en-US" dirty="0"/>
              <a:t>キーと同時押し</a:t>
            </a:r>
            <a:br>
              <a:rPr kumimoji="1" lang="en-US" altLang="ja-JP" dirty="0"/>
            </a:br>
            <a:endParaRPr kumimoji="1" lang="ja-JP" altLang="en-US" dirty="0"/>
          </a:p>
        </p:txBody>
      </p:sp>
      <p:pic>
        <p:nvPicPr>
          <p:cNvPr id="4" name="図 3"/>
          <p:cNvPicPr>
            <a:picLocks noChangeAspect="1"/>
          </p:cNvPicPr>
          <p:nvPr/>
        </p:nvPicPr>
        <p:blipFill>
          <a:blip r:embed="rId2"/>
          <a:stretch>
            <a:fillRect/>
          </a:stretch>
        </p:blipFill>
        <p:spPr>
          <a:xfrm>
            <a:off x="1989812" y="2273649"/>
            <a:ext cx="6673900" cy="4115441"/>
          </a:xfrm>
          <a:prstGeom prst="rect">
            <a:avLst/>
          </a:prstGeom>
        </p:spPr>
      </p:pic>
      <p:sp>
        <p:nvSpPr>
          <p:cNvPr id="5" name="テキスト ボックス 4"/>
          <p:cNvSpPr txBox="1"/>
          <p:nvPr/>
        </p:nvSpPr>
        <p:spPr>
          <a:xfrm>
            <a:off x="4166991" y="6387807"/>
            <a:ext cx="1515650" cy="369332"/>
          </a:xfrm>
          <a:prstGeom prst="rect">
            <a:avLst/>
          </a:prstGeom>
          <a:noFill/>
        </p:spPr>
        <p:txBody>
          <a:bodyPr wrap="square" rtlCol="0">
            <a:spAutoFit/>
          </a:bodyPr>
          <a:lstStyle/>
          <a:p>
            <a:r>
              <a:rPr lang="ja-JP" altLang="en-US" dirty="0"/>
              <a:t>タッチパッド</a:t>
            </a:r>
          </a:p>
        </p:txBody>
      </p:sp>
      <p:sp>
        <p:nvSpPr>
          <p:cNvPr id="6" name="テキスト ボックス 5"/>
          <p:cNvSpPr txBox="1"/>
          <p:nvPr/>
        </p:nvSpPr>
        <p:spPr>
          <a:xfrm>
            <a:off x="8686538" y="2557397"/>
            <a:ext cx="1515650" cy="369332"/>
          </a:xfrm>
          <a:prstGeom prst="rect">
            <a:avLst/>
          </a:prstGeom>
          <a:noFill/>
        </p:spPr>
        <p:txBody>
          <a:bodyPr wrap="square" rtlCol="0">
            <a:spAutoFit/>
          </a:bodyPr>
          <a:lstStyle/>
          <a:p>
            <a:r>
              <a:rPr lang="ja-JP" altLang="en-US" dirty="0"/>
              <a:t>電源ボタン</a:t>
            </a:r>
          </a:p>
        </p:txBody>
      </p:sp>
    </p:spTree>
    <p:extLst>
      <p:ext uri="{BB962C8B-B14F-4D97-AF65-F5344CB8AC3E}">
        <p14:creationId xmlns:p14="http://schemas.microsoft.com/office/powerpoint/2010/main" val="28609216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z="3600" dirty="0"/>
              <a:t>（あまり重要でない）</a:t>
            </a:r>
            <a:r>
              <a:rPr kumimoji="1" lang="ja-JP" altLang="en-US" dirty="0"/>
              <a:t>特殊なキー</a:t>
            </a:r>
          </a:p>
        </p:txBody>
      </p:sp>
      <p:sp>
        <p:nvSpPr>
          <p:cNvPr id="3" name="コンテンツ プレースホルダー 2"/>
          <p:cNvSpPr>
            <a:spLocks noGrp="1"/>
          </p:cNvSpPr>
          <p:nvPr>
            <p:ph idx="1"/>
          </p:nvPr>
        </p:nvSpPr>
        <p:spPr>
          <a:xfrm>
            <a:off x="2173184" y="1856944"/>
            <a:ext cx="7949293" cy="4486274"/>
          </a:xfrm>
        </p:spPr>
        <p:txBody>
          <a:bodyPr>
            <a:normAutofit fontScale="92500" lnSpcReduction="10000"/>
          </a:bodyPr>
          <a:lstStyle/>
          <a:p>
            <a:r>
              <a:rPr kumimoji="1" lang="ja-JP" altLang="en-US" dirty="0"/>
              <a:t>参考までに</a:t>
            </a:r>
            <a:endParaRPr kumimoji="1" lang="en-US" altLang="ja-JP" dirty="0"/>
          </a:p>
          <a:p>
            <a:pPr lvl="1"/>
            <a:r>
              <a:rPr lang="en-US" altLang="ja-JP" dirty="0"/>
              <a:t>Print screen</a:t>
            </a:r>
          </a:p>
          <a:p>
            <a:pPr lvl="2"/>
            <a:r>
              <a:rPr kumimoji="1" lang="ja-JP" altLang="en-US" dirty="0"/>
              <a:t>スクリーンショット（</a:t>
            </a:r>
            <a:r>
              <a:rPr kumimoji="1" lang="en-US" altLang="ja-JP" dirty="0"/>
              <a:t>Alt</a:t>
            </a:r>
            <a:r>
              <a:rPr kumimoji="1" lang="ja-JP" altLang="en-US" dirty="0"/>
              <a:t>と同時なら，選択ウィンドウのみを）</a:t>
            </a:r>
            <a:endParaRPr kumimoji="1" lang="en-US" altLang="ja-JP" dirty="0"/>
          </a:p>
          <a:p>
            <a:pPr lvl="2"/>
            <a:endParaRPr kumimoji="1" lang="en-US" altLang="ja-JP" dirty="0"/>
          </a:p>
          <a:p>
            <a:pPr lvl="1"/>
            <a:r>
              <a:rPr lang="en-US" altLang="ja-JP" dirty="0"/>
              <a:t>Scroll lock</a:t>
            </a:r>
          </a:p>
          <a:p>
            <a:pPr lvl="2"/>
            <a:r>
              <a:rPr kumimoji="1" lang="ja-JP" altLang="en-US" dirty="0"/>
              <a:t>エクセルで，カーソル側でなくシート側を動かす操作が可能</a:t>
            </a:r>
            <a:endParaRPr kumimoji="1" lang="en-US" altLang="ja-JP" dirty="0"/>
          </a:p>
          <a:p>
            <a:pPr lvl="2"/>
            <a:endParaRPr lang="en-US" altLang="ja-JP" dirty="0"/>
          </a:p>
          <a:p>
            <a:pPr lvl="1"/>
            <a:r>
              <a:rPr kumimoji="1" lang="en-US" altLang="ja-JP" dirty="0"/>
              <a:t>Windows</a:t>
            </a:r>
            <a:r>
              <a:rPr kumimoji="1" lang="ja-JP" altLang="en-US" dirty="0"/>
              <a:t>キーによるショートカット</a:t>
            </a:r>
            <a:endParaRPr kumimoji="1" lang="en-US" altLang="ja-JP" dirty="0"/>
          </a:p>
          <a:p>
            <a:pPr lvl="3">
              <a:lnSpc>
                <a:spcPct val="150000"/>
              </a:lnSpc>
            </a:pPr>
            <a:r>
              <a:rPr kumimoji="1" lang="ja-JP" altLang="en-US" dirty="0"/>
              <a:t>＋　</a:t>
            </a:r>
            <a:r>
              <a:rPr kumimoji="1" lang="en-US" altLang="ja-JP" dirty="0"/>
              <a:t>D</a:t>
            </a:r>
            <a:r>
              <a:rPr kumimoji="1" lang="ja-JP" altLang="en-US" dirty="0"/>
              <a:t>　　　：　全ウィンドウを非表示，再度押せば元に戻る</a:t>
            </a:r>
            <a:endParaRPr kumimoji="1" lang="en-US" altLang="ja-JP" dirty="0"/>
          </a:p>
          <a:p>
            <a:pPr lvl="3">
              <a:lnSpc>
                <a:spcPct val="150000"/>
              </a:lnSpc>
            </a:pPr>
            <a:r>
              <a:rPr kumimoji="1" lang="ja-JP" altLang="en-US" dirty="0"/>
              <a:t>＋　↓</a:t>
            </a:r>
            <a:r>
              <a:rPr kumimoji="1" lang="en-US" altLang="ja-JP" dirty="0"/>
              <a:t>or</a:t>
            </a:r>
            <a:r>
              <a:rPr kumimoji="1" lang="ja-JP" altLang="en-US" dirty="0"/>
              <a:t>↑：　ウィンドウの最少，最大化</a:t>
            </a:r>
            <a:endParaRPr kumimoji="1" lang="en-US" altLang="ja-JP" dirty="0"/>
          </a:p>
          <a:p>
            <a:pPr lvl="3">
              <a:lnSpc>
                <a:spcPct val="150000"/>
              </a:lnSpc>
            </a:pPr>
            <a:r>
              <a:rPr kumimoji="1" lang="ja-JP" altLang="en-US" dirty="0"/>
              <a:t>＋　</a:t>
            </a:r>
            <a:r>
              <a:rPr kumimoji="1" lang="en-US" altLang="ja-JP" dirty="0"/>
              <a:t>L </a:t>
            </a:r>
            <a:r>
              <a:rPr kumimoji="1" lang="ja-JP" altLang="en-US" dirty="0"/>
              <a:t>　　　：　</a:t>
            </a:r>
            <a:r>
              <a:rPr kumimoji="1" lang="en-US" altLang="ja-JP" dirty="0"/>
              <a:t>PC</a:t>
            </a:r>
            <a:r>
              <a:rPr kumimoji="1" lang="ja-JP" altLang="en-US" dirty="0"/>
              <a:t>のロック</a:t>
            </a:r>
            <a:endParaRPr kumimoji="1" lang="en-US" altLang="ja-JP" dirty="0"/>
          </a:p>
          <a:p>
            <a:pPr lvl="3">
              <a:lnSpc>
                <a:spcPct val="150000"/>
              </a:lnSpc>
            </a:pPr>
            <a:r>
              <a:rPr kumimoji="1" lang="ja-JP" altLang="en-US" dirty="0"/>
              <a:t>＋　</a:t>
            </a:r>
            <a:r>
              <a:rPr kumimoji="1" lang="en-US" altLang="ja-JP" dirty="0"/>
              <a:t>E</a:t>
            </a:r>
            <a:r>
              <a:rPr kumimoji="1" lang="ja-JP" altLang="en-US" dirty="0"/>
              <a:t>　　　 </a:t>
            </a:r>
            <a:r>
              <a:rPr kumimoji="1" lang="en-US" altLang="ja-JP" dirty="0"/>
              <a:t>:</a:t>
            </a:r>
            <a:r>
              <a:rPr kumimoji="1" lang="ja-JP" altLang="en-US" dirty="0"/>
              <a:t>　エクスプローラーでマイコンピュータを表示</a:t>
            </a:r>
            <a:endParaRPr kumimoji="1" lang="en-US" altLang="ja-JP" dirty="0"/>
          </a:p>
          <a:p>
            <a:pPr marL="1828800" lvl="4" indent="0">
              <a:buNone/>
            </a:pPr>
            <a:endParaRPr kumimoji="1" lang="ja-JP" altLang="en-US" dirty="0"/>
          </a:p>
        </p:txBody>
      </p:sp>
      <p:pic>
        <p:nvPicPr>
          <p:cNvPr id="4" name="図 3"/>
          <p:cNvPicPr>
            <a:picLocks noChangeAspect="1"/>
          </p:cNvPicPr>
          <p:nvPr/>
        </p:nvPicPr>
        <p:blipFill>
          <a:blip r:embed="rId3"/>
          <a:stretch>
            <a:fillRect/>
          </a:stretch>
        </p:blipFill>
        <p:spPr>
          <a:xfrm>
            <a:off x="3517659" y="4601044"/>
            <a:ext cx="299612" cy="242543"/>
          </a:xfrm>
          <a:prstGeom prst="rect">
            <a:avLst/>
          </a:prstGeom>
          <a:ln>
            <a:solidFill>
              <a:schemeClr val="tx1"/>
            </a:solidFill>
          </a:ln>
        </p:spPr>
      </p:pic>
      <p:pic>
        <p:nvPicPr>
          <p:cNvPr id="5" name="図 4"/>
          <p:cNvPicPr>
            <a:picLocks noChangeAspect="1"/>
          </p:cNvPicPr>
          <p:nvPr/>
        </p:nvPicPr>
        <p:blipFill>
          <a:blip r:embed="rId3"/>
          <a:stretch>
            <a:fillRect/>
          </a:stretch>
        </p:blipFill>
        <p:spPr>
          <a:xfrm>
            <a:off x="3531088" y="5016163"/>
            <a:ext cx="299612" cy="242543"/>
          </a:xfrm>
          <a:prstGeom prst="rect">
            <a:avLst/>
          </a:prstGeom>
          <a:ln>
            <a:solidFill>
              <a:schemeClr val="tx1"/>
            </a:solidFill>
          </a:ln>
        </p:spPr>
      </p:pic>
      <p:pic>
        <p:nvPicPr>
          <p:cNvPr id="6" name="図 5"/>
          <p:cNvPicPr>
            <a:picLocks noChangeAspect="1"/>
          </p:cNvPicPr>
          <p:nvPr/>
        </p:nvPicPr>
        <p:blipFill>
          <a:blip r:embed="rId3"/>
          <a:stretch>
            <a:fillRect/>
          </a:stretch>
        </p:blipFill>
        <p:spPr>
          <a:xfrm>
            <a:off x="3531088" y="5392472"/>
            <a:ext cx="299612" cy="242543"/>
          </a:xfrm>
          <a:prstGeom prst="rect">
            <a:avLst/>
          </a:prstGeom>
          <a:ln>
            <a:solidFill>
              <a:schemeClr val="tx1"/>
            </a:solidFill>
          </a:ln>
        </p:spPr>
      </p:pic>
      <p:pic>
        <p:nvPicPr>
          <p:cNvPr id="7" name="図 6"/>
          <p:cNvPicPr>
            <a:picLocks noChangeAspect="1"/>
          </p:cNvPicPr>
          <p:nvPr/>
        </p:nvPicPr>
        <p:blipFill>
          <a:blip r:embed="rId3"/>
          <a:stretch>
            <a:fillRect/>
          </a:stretch>
        </p:blipFill>
        <p:spPr>
          <a:xfrm>
            <a:off x="3531088" y="5808484"/>
            <a:ext cx="299612" cy="242543"/>
          </a:xfrm>
          <a:prstGeom prst="rect">
            <a:avLst/>
          </a:prstGeom>
          <a:ln>
            <a:solidFill>
              <a:schemeClr val="tx1"/>
            </a:solidFill>
          </a:ln>
        </p:spPr>
      </p:pic>
    </p:spTree>
    <p:extLst>
      <p:ext uri="{BB962C8B-B14F-4D97-AF65-F5344CB8AC3E}">
        <p14:creationId xmlns:p14="http://schemas.microsoft.com/office/powerpoint/2010/main" val="3126010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BEBF1-FEC4-E74E-B8F3-005BD8DD50D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37C68B4-F862-9B1C-6F0B-054D14553359}"/>
              </a:ext>
            </a:extLst>
          </p:cNvPr>
          <p:cNvSpPr>
            <a:spLocks noGrp="1"/>
          </p:cNvSpPr>
          <p:nvPr>
            <p:ph type="title"/>
          </p:nvPr>
        </p:nvSpPr>
        <p:spPr>
          <a:xfrm>
            <a:off x="1749468" y="227667"/>
            <a:ext cx="8731244" cy="949781"/>
          </a:xfrm>
        </p:spPr>
        <p:txBody>
          <a:bodyPr>
            <a:normAutofit/>
          </a:bodyPr>
          <a:lstStyle/>
          <a:p>
            <a:r>
              <a:rPr lang="ja-JP" altLang="en-US" sz="4000" dirty="0"/>
              <a:t>キーボード，マウス（タッチパッド）の操作</a:t>
            </a:r>
          </a:p>
        </p:txBody>
      </p:sp>
      <p:sp>
        <p:nvSpPr>
          <p:cNvPr id="3" name="コンテンツ プレースホルダー 2">
            <a:extLst>
              <a:ext uri="{FF2B5EF4-FFF2-40B4-BE49-F238E27FC236}">
                <a16:creationId xmlns:a16="http://schemas.microsoft.com/office/drawing/2014/main" id="{E22FC1C6-C745-A95A-BAEB-CD12BB47AB79}"/>
              </a:ext>
            </a:extLst>
          </p:cNvPr>
          <p:cNvSpPr>
            <a:spLocks noGrp="1"/>
          </p:cNvSpPr>
          <p:nvPr>
            <p:ph idx="1"/>
          </p:nvPr>
        </p:nvSpPr>
        <p:spPr>
          <a:xfrm>
            <a:off x="950027" y="1052187"/>
            <a:ext cx="10355282" cy="5661764"/>
          </a:xfrm>
        </p:spPr>
        <p:txBody>
          <a:bodyPr>
            <a:noAutofit/>
          </a:bodyPr>
          <a:lstStyle/>
          <a:p>
            <a:pPr>
              <a:lnSpc>
                <a:spcPct val="120000"/>
              </a:lnSpc>
            </a:pPr>
            <a:r>
              <a:rPr lang="ja-JP" altLang="en-US" sz="2400" dirty="0"/>
              <a:t>アプリ使用時に，いろいろ便利な使い方があります</a:t>
            </a:r>
            <a:endParaRPr lang="en-US" altLang="ja-JP" sz="2400" dirty="0"/>
          </a:p>
          <a:p>
            <a:pPr lvl="1">
              <a:lnSpc>
                <a:spcPct val="120000"/>
              </a:lnSpc>
            </a:pPr>
            <a:r>
              <a:rPr lang="ja-JP" altLang="en-US" sz="2000" dirty="0"/>
              <a:t>タッチパッドについては，機種により異なる場合があります</a:t>
            </a:r>
            <a:endParaRPr lang="en-US" altLang="ja-JP" sz="2000" dirty="0"/>
          </a:p>
          <a:p>
            <a:pPr>
              <a:lnSpc>
                <a:spcPct val="120000"/>
              </a:lnSpc>
            </a:pPr>
            <a:r>
              <a:rPr lang="ja-JP" altLang="en-US" sz="2400" dirty="0"/>
              <a:t>特に重要 </a:t>
            </a:r>
            <a:r>
              <a:rPr lang="en-US" altLang="ja-JP" sz="2400" dirty="0"/>
              <a:t>or </a:t>
            </a:r>
            <a:r>
              <a:rPr lang="ja-JP" altLang="en-US" sz="2400" dirty="0"/>
              <a:t>効率的なものは身につけて下さい</a:t>
            </a:r>
            <a:endParaRPr lang="en-US" altLang="ja-JP" sz="2400" dirty="0"/>
          </a:p>
          <a:p>
            <a:pPr lvl="4">
              <a:lnSpc>
                <a:spcPct val="120000"/>
              </a:lnSpc>
            </a:pPr>
            <a:endParaRPr lang="en-US" altLang="ja-JP" sz="400" dirty="0"/>
          </a:p>
          <a:p>
            <a:r>
              <a:rPr kumimoji="1" lang="ja-JP" altLang="en-US" dirty="0"/>
              <a:t>キーボード</a:t>
            </a:r>
            <a:endParaRPr kumimoji="1" lang="en-US" altLang="ja-JP" dirty="0"/>
          </a:p>
          <a:p>
            <a:pPr lvl="1"/>
            <a:r>
              <a:rPr kumimoji="1" lang="ja-JP" altLang="en-US" dirty="0"/>
              <a:t>ファンクションキー</a:t>
            </a:r>
            <a:endParaRPr kumimoji="1" lang="en-US" altLang="ja-JP" dirty="0"/>
          </a:p>
          <a:p>
            <a:pPr lvl="1"/>
            <a:r>
              <a:rPr kumimoji="1" lang="ja-JP" altLang="en-US" dirty="0"/>
              <a:t>キーボードショートカット</a:t>
            </a:r>
            <a:endParaRPr kumimoji="1" lang="en-US" altLang="ja-JP" dirty="0"/>
          </a:p>
          <a:p>
            <a:pPr lvl="2"/>
            <a:r>
              <a:rPr kumimoji="1" lang="en-US" altLang="ja-JP" dirty="0" err="1"/>
              <a:t>Ctrl+Z</a:t>
            </a:r>
            <a:r>
              <a:rPr kumimoji="1" lang="ja-JP" altLang="en-US" dirty="0"/>
              <a:t>（操作の取り消し），</a:t>
            </a:r>
            <a:r>
              <a:rPr kumimoji="1" lang="en-US" altLang="ja-JP" dirty="0" err="1"/>
              <a:t>Ctrl</a:t>
            </a:r>
            <a:r>
              <a:rPr lang="en-US" altLang="ja-JP" dirty="0" err="1"/>
              <a:t>+C</a:t>
            </a:r>
            <a:r>
              <a:rPr lang="ja-JP" altLang="en-US" dirty="0"/>
              <a:t>（コピー），</a:t>
            </a:r>
            <a:r>
              <a:rPr lang="en-US" altLang="ja-JP" dirty="0" err="1"/>
              <a:t>Ctrl+V</a:t>
            </a:r>
            <a:r>
              <a:rPr lang="ja-JP" altLang="en-US" dirty="0"/>
              <a:t>（貼付）　など</a:t>
            </a:r>
            <a:endParaRPr lang="en-US" altLang="ja-JP" dirty="0"/>
          </a:p>
          <a:p>
            <a:pPr lvl="3"/>
            <a:r>
              <a:rPr lang="ja-JP" altLang="en-US" dirty="0"/>
              <a:t>コントロールキーを押した状態で，アルファベットのキーを押す</a:t>
            </a:r>
            <a:endParaRPr lang="en-US" altLang="ja-JP" dirty="0"/>
          </a:p>
          <a:p>
            <a:pPr lvl="2"/>
            <a:r>
              <a:rPr kumimoji="1" lang="ja-JP" altLang="en-US" dirty="0"/>
              <a:t>「キーボード　ショートカット　一覧」等で検索</a:t>
            </a:r>
            <a:endParaRPr kumimoji="1" lang="en-US" altLang="ja-JP" dirty="0"/>
          </a:p>
          <a:p>
            <a:endParaRPr lang="en-US" altLang="ja-JP" sz="900" dirty="0"/>
          </a:p>
        </p:txBody>
      </p:sp>
    </p:spTree>
    <p:extLst>
      <p:ext uri="{BB962C8B-B14F-4D97-AF65-F5344CB8AC3E}">
        <p14:creationId xmlns:p14="http://schemas.microsoft.com/office/powerpoint/2010/main" val="6286723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749468" y="227667"/>
            <a:ext cx="8731244" cy="949781"/>
          </a:xfrm>
        </p:spPr>
        <p:txBody>
          <a:bodyPr>
            <a:normAutofit/>
          </a:bodyPr>
          <a:lstStyle/>
          <a:p>
            <a:r>
              <a:rPr lang="ja-JP" altLang="en-US" sz="4000" dirty="0"/>
              <a:t>キーボード，マウス（タッチパッド）の操作</a:t>
            </a:r>
          </a:p>
        </p:txBody>
      </p:sp>
      <p:sp>
        <p:nvSpPr>
          <p:cNvPr id="3" name="コンテンツ プレースホルダー 2"/>
          <p:cNvSpPr>
            <a:spLocks noGrp="1"/>
          </p:cNvSpPr>
          <p:nvPr>
            <p:ph idx="1"/>
          </p:nvPr>
        </p:nvSpPr>
        <p:spPr>
          <a:xfrm>
            <a:off x="950027" y="1052187"/>
            <a:ext cx="10355282" cy="5661764"/>
          </a:xfrm>
        </p:spPr>
        <p:txBody>
          <a:bodyPr>
            <a:noAutofit/>
          </a:bodyPr>
          <a:lstStyle/>
          <a:p>
            <a:pPr>
              <a:lnSpc>
                <a:spcPct val="120000"/>
              </a:lnSpc>
            </a:pPr>
            <a:r>
              <a:rPr lang="ja-JP" altLang="en-US" sz="2400" dirty="0"/>
              <a:t>アプリ使用時に，いろいろ便利な使い方があります</a:t>
            </a:r>
            <a:endParaRPr lang="en-US" altLang="ja-JP" sz="2400" dirty="0"/>
          </a:p>
          <a:p>
            <a:pPr lvl="1">
              <a:lnSpc>
                <a:spcPct val="120000"/>
              </a:lnSpc>
            </a:pPr>
            <a:r>
              <a:rPr lang="ja-JP" altLang="en-US" sz="2000" dirty="0"/>
              <a:t>タッチパッドについては，機種により異なる場合があります</a:t>
            </a:r>
            <a:endParaRPr lang="en-US" altLang="ja-JP" sz="2000" dirty="0"/>
          </a:p>
          <a:p>
            <a:pPr>
              <a:lnSpc>
                <a:spcPct val="120000"/>
              </a:lnSpc>
            </a:pPr>
            <a:r>
              <a:rPr lang="ja-JP" altLang="en-US" sz="2400" dirty="0"/>
              <a:t>特に重要 </a:t>
            </a:r>
            <a:r>
              <a:rPr lang="en-US" altLang="ja-JP" sz="2400" dirty="0"/>
              <a:t>or </a:t>
            </a:r>
            <a:r>
              <a:rPr lang="ja-JP" altLang="en-US" sz="2400" dirty="0"/>
              <a:t>効率的なものは身につけて下さい</a:t>
            </a:r>
            <a:endParaRPr lang="en-US" altLang="ja-JP" sz="2400" dirty="0"/>
          </a:p>
          <a:p>
            <a:pPr marL="0" indent="0">
              <a:buNone/>
            </a:pPr>
            <a:endParaRPr lang="en-US" altLang="ja-JP" sz="900" dirty="0"/>
          </a:p>
          <a:p>
            <a:r>
              <a:rPr kumimoji="1" lang="ja-JP" altLang="en-US" dirty="0"/>
              <a:t>マウス（タッチパッド）の操作</a:t>
            </a:r>
            <a:endParaRPr kumimoji="1" lang="en-US" altLang="ja-JP" dirty="0"/>
          </a:p>
          <a:p>
            <a:pPr lvl="1"/>
            <a:r>
              <a:rPr kumimoji="1" lang="ja-JP" altLang="en-US" dirty="0"/>
              <a:t>（左右）シングルクリック　（タッチパッドの左か右を押す）</a:t>
            </a:r>
            <a:endParaRPr kumimoji="1" lang="en-US" altLang="ja-JP" dirty="0"/>
          </a:p>
          <a:p>
            <a:pPr lvl="2"/>
            <a:r>
              <a:rPr kumimoji="1" lang="ja-JP" altLang="en-US" dirty="0"/>
              <a:t>当機のタッチパッドの場合，タップで左クリック，</a:t>
            </a:r>
            <a:r>
              <a:rPr kumimoji="1" lang="en-US" altLang="ja-JP" dirty="0"/>
              <a:t>2</a:t>
            </a:r>
            <a:r>
              <a:rPr kumimoji="1" lang="ja-JP" altLang="en-US" dirty="0"/>
              <a:t>本指タップで右クリック</a:t>
            </a:r>
            <a:endParaRPr kumimoji="1" lang="en-US" altLang="ja-JP" dirty="0"/>
          </a:p>
          <a:p>
            <a:pPr lvl="1"/>
            <a:r>
              <a:rPr kumimoji="1" lang="ja-JP" altLang="en-US" dirty="0"/>
              <a:t>ダブルクリック</a:t>
            </a:r>
            <a:endParaRPr kumimoji="1" lang="en-US" altLang="ja-JP" dirty="0"/>
          </a:p>
          <a:p>
            <a:pPr lvl="1"/>
            <a:r>
              <a:rPr kumimoji="1" lang="ja-JP" altLang="en-US" dirty="0"/>
              <a:t>ドラッグ（クリックした状態でポインタを動かす）</a:t>
            </a:r>
            <a:endParaRPr kumimoji="1" lang="en-US" altLang="ja-JP" dirty="0"/>
          </a:p>
          <a:p>
            <a:pPr lvl="1"/>
            <a:r>
              <a:rPr kumimoji="1" lang="ja-JP" altLang="en-US" dirty="0"/>
              <a:t>ホイール</a:t>
            </a:r>
          </a:p>
        </p:txBody>
      </p:sp>
    </p:spTree>
    <p:extLst>
      <p:ext uri="{BB962C8B-B14F-4D97-AF65-F5344CB8AC3E}">
        <p14:creationId xmlns:p14="http://schemas.microsoft.com/office/powerpoint/2010/main" val="14041718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120F838-85F4-E6B1-5862-B5A4E982081B}"/>
              </a:ext>
            </a:extLst>
          </p:cNvPr>
          <p:cNvSpPr>
            <a:spLocks noGrp="1"/>
          </p:cNvSpPr>
          <p:nvPr>
            <p:ph type="title"/>
          </p:nvPr>
        </p:nvSpPr>
        <p:spPr/>
        <p:txBody>
          <a:bodyPr/>
          <a:lstStyle/>
          <a:p>
            <a:r>
              <a:rPr lang="ja-JP" altLang="en-US"/>
              <a:t>練習：キーボードで文字を打ってみましょう</a:t>
            </a:r>
            <a:endParaRPr kumimoji="1" lang="ja-JP" altLang="en-US"/>
          </a:p>
        </p:txBody>
      </p:sp>
      <p:sp>
        <p:nvSpPr>
          <p:cNvPr id="3" name="コンテンツ プレースホルダー 2">
            <a:extLst>
              <a:ext uri="{FF2B5EF4-FFF2-40B4-BE49-F238E27FC236}">
                <a16:creationId xmlns:a16="http://schemas.microsoft.com/office/drawing/2014/main" id="{E4DD8775-DB21-33A3-7A4C-FC8115ECA104}"/>
              </a:ext>
            </a:extLst>
          </p:cNvPr>
          <p:cNvSpPr>
            <a:spLocks noGrp="1"/>
          </p:cNvSpPr>
          <p:nvPr>
            <p:ph idx="1"/>
          </p:nvPr>
        </p:nvSpPr>
        <p:spPr/>
        <p:txBody>
          <a:bodyPr/>
          <a:lstStyle/>
          <a:p>
            <a:r>
              <a:rPr lang="ja-JP" altLang="en-US"/>
              <a:t>実際にキーボードで文字を打つ練習をしてみましょう</a:t>
            </a:r>
            <a:endParaRPr kumimoji="1" lang="en-US" altLang="ja-JP" dirty="0"/>
          </a:p>
          <a:p>
            <a:r>
              <a:rPr kumimoji="1" lang="ja-JP" altLang="en-US"/>
              <a:t>インターネット（</a:t>
            </a:r>
            <a:r>
              <a:rPr kumimoji="1" lang="en-US" altLang="ja-JP" dirty="0"/>
              <a:t>Edge</a:t>
            </a:r>
            <a:r>
              <a:rPr kumimoji="1" lang="ja-JP" altLang="en-US"/>
              <a:t>、</a:t>
            </a:r>
            <a:r>
              <a:rPr kumimoji="1" lang="en-US" altLang="ja-JP" dirty="0"/>
              <a:t> google </a:t>
            </a:r>
            <a:r>
              <a:rPr kumimoji="1" lang="en-US" altLang="ja-JP" dirty="0" err="1"/>
              <a:t>chorome</a:t>
            </a:r>
            <a:r>
              <a:rPr kumimoji="1" lang="ja-JP" altLang="en-US"/>
              <a:t>）で</a:t>
            </a:r>
            <a:r>
              <a:rPr kumimoji="1" lang="en-US" altLang="ja-JP" dirty="0"/>
              <a:t>”</a:t>
            </a:r>
            <a:r>
              <a:rPr kumimoji="1" lang="ja-JP" altLang="en-US">
                <a:hlinkClick r:id="rId2"/>
              </a:rPr>
              <a:t>寿司打ち</a:t>
            </a:r>
            <a:r>
              <a:rPr kumimoji="1" lang="en-US" altLang="ja-JP" dirty="0"/>
              <a:t>”</a:t>
            </a:r>
            <a:r>
              <a:rPr kumimoji="1" lang="ja-JP" altLang="en-US"/>
              <a:t>と検索</a:t>
            </a:r>
            <a:endParaRPr kumimoji="1" lang="en-US" altLang="ja-JP" dirty="0"/>
          </a:p>
          <a:p>
            <a:endParaRPr kumimoji="1" lang="ja-JP" altLang="en-US"/>
          </a:p>
        </p:txBody>
      </p:sp>
    </p:spTree>
    <p:extLst>
      <p:ext uri="{BB962C8B-B14F-4D97-AF65-F5344CB8AC3E}">
        <p14:creationId xmlns:p14="http://schemas.microsoft.com/office/powerpoint/2010/main" val="39118875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強制的な電源断，リセット</a:t>
            </a:r>
          </a:p>
        </p:txBody>
      </p:sp>
      <p:sp>
        <p:nvSpPr>
          <p:cNvPr id="3" name="コンテンツ プレースホルダー 2"/>
          <p:cNvSpPr>
            <a:spLocks noGrp="1"/>
          </p:cNvSpPr>
          <p:nvPr>
            <p:ph idx="1"/>
          </p:nvPr>
        </p:nvSpPr>
        <p:spPr>
          <a:xfrm>
            <a:off x="961901" y="1528175"/>
            <a:ext cx="9077449" cy="4648788"/>
          </a:xfrm>
        </p:spPr>
        <p:txBody>
          <a:bodyPr/>
          <a:lstStyle/>
          <a:p>
            <a:pPr algn="just"/>
            <a:r>
              <a:rPr kumimoji="1" lang="ja-JP" altLang="en-US" dirty="0"/>
              <a:t>電源ボタン長押し　→　強制的に電源</a:t>
            </a:r>
            <a:r>
              <a:rPr kumimoji="1" lang="en-US" altLang="ja-JP" dirty="0"/>
              <a:t>OFF</a:t>
            </a:r>
          </a:p>
          <a:p>
            <a:pPr lvl="2" algn="just"/>
            <a:r>
              <a:rPr kumimoji="1" lang="ja-JP" altLang="en-US" dirty="0"/>
              <a:t>最後の手段として</a:t>
            </a:r>
            <a:endParaRPr kumimoji="1" lang="en-US" altLang="ja-JP" dirty="0"/>
          </a:p>
          <a:p>
            <a:pPr lvl="2" algn="just"/>
            <a:endParaRPr lang="en-US" altLang="ja-JP" sz="1400" dirty="0"/>
          </a:p>
          <a:p>
            <a:pPr algn="just"/>
            <a:r>
              <a:rPr kumimoji="1" lang="en-US" altLang="ja-JP" dirty="0"/>
              <a:t>Ctrl + Alt + Delete</a:t>
            </a:r>
          </a:p>
          <a:p>
            <a:pPr lvl="1" algn="just"/>
            <a:r>
              <a:rPr kumimoji="1" lang="ja-JP" altLang="en-US" dirty="0"/>
              <a:t>ブルースクリーンで電源操作 </a:t>
            </a:r>
            <a:r>
              <a:rPr kumimoji="1" lang="en-US" altLang="ja-JP" dirty="0"/>
              <a:t>or </a:t>
            </a:r>
            <a:r>
              <a:rPr kumimoji="1" lang="ja-JP" altLang="en-US" dirty="0"/>
              <a:t>タスクマネージャー</a:t>
            </a:r>
          </a:p>
        </p:txBody>
      </p:sp>
      <p:pic>
        <p:nvPicPr>
          <p:cNvPr id="5" name="図 4"/>
          <p:cNvPicPr>
            <a:picLocks noChangeAspect="1"/>
          </p:cNvPicPr>
          <p:nvPr/>
        </p:nvPicPr>
        <p:blipFill>
          <a:blip r:embed="rId2"/>
          <a:stretch>
            <a:fillRect/>
          </a:stretch>
        </p:blipFill>
        <p:spPr>
          <a:xfrm>
            <a:off x="3006932" y="3433427"/>
            <a:ext cx="6200098" cy="3267998"/>
          </a:xfrm>
          <a:prstGeom prst="rect">
            <a:avLst/>
          </a:prstGeom>
        </p:spPr>
      </p:pic>
    </p:spTree>
    <p:extLst>
      <p:ext uri="{BB962C8B-B14F-4D97-AF65-F5344CB8AC3E}">
        <p14:creationId xmlns:p14="http://schemas.microsoft.com/office/powerpoint/2010/main" val="585561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sz="4000" dirty="0"/>
              <a:t>アプリケーションレベルのトラブル</a:t>
            </a:r>
          </a:p>
        </p:txBody>
      </p:sp>
      <p:sp>
        <p:nvSpPr>
          <p:cNvPr id="3" name="コンテンツ プレースホルダー 2"/>
          <p:cNvSpPr>
            <a:spLocks noGrp="1"/>
          </p:cNvSpPr>
          <p:nvPr>
            <p:ph idx="1"/>
          </p:nvPr>
        </p:nvSpPr>
        <p:spPr>
          <a:xfrm>
            <a:off x="1045029" y="1690689"/>
            <a:ext cx="10058400" cy="4957590"/>
          </a:xfrm>
        </p:spPr>
        <p:txBody>
          <a:bodyPr>
            <a:noAutofit/>
          </a:bodyPr>
          <a:lstStyle/>
          <a:p>
            <a:r>
              <a:rPr lang="ja-JP" altLang="en-US" sz="3200" dirty="0"/>
              <a:t>繰り返しエラーを起こして終了してしまう</a:t>
            </a:r>
            <a:endParaRPr lang="en-US" altLang="ja-JP" sz="3200" dirty="0"/>
          </a:p>
          <a:p>
            <a:pPr lvl="1"/>
            <a:r>
              <a:rPr lang="ja-JP" altLang="en-US" sz="2800" dirty="0"/>
              <a:t>ネット等で症状と原因を調べる</a:t>
            </a:r>
            <a:endParaRPr lang="en-US" altLang="ja-JP" sz="2800" dirty="0"/>
          </a:p>
          <a:p>
            <a:endParaRPr lang="en-US" altLang="ja-JP" sz="2000" dirty="0"/>
          </a:p>
          <a:p>
            <a:r>
              <a:rPr lang="ja-JP" altLang="en-US" sz="3200" dirty="0"/>
              <a:t>なにも反応しない</a:t>
            </a:r>
            <a:endParaRPr lang="en-US" altLang="ja-JP" sz="3200" dirty="0"/>
          </a:p>
          <a:p>
            <a:pPr lvl="2"/>
            <a:r>
              <a:rPr lang="ja-JP" altLang="en-US" sz="2400" dirty="0"/>
              <a:t>本当に“重たい作業を行っている”</a:t>
            </a:r>
            <a:endParaRPr lang="en-US" altLang="ja-JP" sz="2400" dirty="0"/>
          </a:p>
          <a:p>
            <a:pPr lvl="2"/>
            <a:r>
              <a:rPr lang="ja-JP" altLang="en-US" sz="2400" dirty="0"/>
              <a:t>必要なデータ（ネット上など）を待っている</a:t>
            </a:r>
            <a:endParaRPr lang="en-US" altLang="ja-JP" sz="2400" dirty="0"/>
          </a:p>
          <a:p>
            <a:pPr lvl="2"/>
            <a:r>
              <a:rPr lang="ja-JP" altLang="en-US" sz="2400" dirty="0"/>
              <a:t>正常動作していない</a:t>
            </a:r>
            <a:endParaRPr lang="en-US" altLang="ja-JP" sz="2400" dirty="0"/>
          </a:p>
          <a:p>
            <a:pPr lvl="1"/>
            <a:r>
              <a:rPr lang="en-US" altLang="ja-JP" sz="2800" dirty="0"/>
              <a:t>ESC</a:t>
            </a:r>
            <a:r>
              <a:rPr lang="ja-JP" altLang="en-US" sz="2800" dirty="0"/>
              <a:t>キーを押してみる</a:t>
            </a:r>
            <a:endParaRPr lang="en-US" altLang="ja-JP" sz="2800" dirty="0"/>
          </a:p>
          <a:p>
            <a:pPr lvl="1"/>
            <a:r>
              <a:rPr lang="ja-JP" altLang="en-US" sz="2800" dirty="0"/>
              <a:t>しばらくは待つ</a:t>
            </a:r>
            <a:endParaRPr lang="en-US" altLang="ja-JP" sz="2800" dirty="0"/>
          </a:p>
          <a:p>
            <a:pPr lvl="1"/>
            <a:r>
              <a:rPr lang="ja-JP" altLang="en-US" sz="2800" dirty="0"/>
              <a:t>タスクマネージャー等で終了</a:t>
            </a:r>
            <a:endParaRPr lang="en-US" altLang="ja-JP" sz="2800" dirty="0"/>
          </a:p>
          <a:p>
            <a:pPr lvl="1"/>
            <a:r>
              <a:rPr lang="ja-JP" altLang="en-US" sz="2800" dirty="0"/>
              <a:t>再現するか確認</a:t>
            </a:r>
          </a:p>
        </p:txBody>
      </p:sp>
    </p:spTree>
    <p:extLst>
      <p:ext uri="{BB962C8B-B14F-4D97-AF65-F5344CB8AC3E}">
        <p14:creationId xmlns:p14="http://schemas.microsoft.com/office/powerpoint/2010/main" val="15950248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練習：ファイル</a:t>
            </a:r>
            <a:r>
              <a:rPr kumimoji="1" lang="ja-JP" altLang="en-US"/>
              <a:t>管理</a:t>
            </a:r>
            <a:endParaRPr kumimoji="1" lang="ja-JP" altLang="en-US" dirty="0"/>
          </a:p>
        </p:txBody>
      </p:sp>
      <p:sp>
        <p:nvSpPr>
          <p:cNvPr id="3" name="コンテンツ プレースホルダー 2"/>
          <p:cNvSpPr>
            <a:spLocks noGrp="1"/>
          </p:cNvSpPr>
          <p:nvPr>
            <p:ph idx="1"/>
          </p:nvPr>
        </p:nvSpPr>
        <p:spPr>
          <a:xfrm>
            <a:off x="1021278" y="1485384"/>
            <a:ext cx="10129652" cy="4784150"/>
          </a:xfrm>
        </p:spPr>
        <p:txBody>
          <a:bodyPr>
            <a:normAutofit lnSpcReduction="10000"/>
          </a:bodyPr>
          <a:lstStyle/>
          <a:p>
            <a:pPr>
              <a:lnSpc>
                <a:spcPct val="150000"/>
              </a:lnSpc>
            </a:pPr>
            <a:r>
              <a:rPr lang="ja-JP" altLang="en-US" sz="3200" dirty="0"/>
              <a:t>基本操作（確実に行えるか確認）</a:t>
            </a:r>
            <a:endParaRPr lang="en-US" altLang="ja-JP" sz="3200" dirty="0"/>
          </a:p>
          <a:p>
            <a:pPr lvl="1">
              <a:lnSpc>
                <a:spcPct val="150000"/>
              </a:lnSpc>
            </a:pPr>
            <a:r>
              <a:rPr lang="ja-JP" altLang="en-US" sz="2800" dirty="0"/>
              <a:t>新規作成</a:t>
            </a:r>
            <a:endParaRPr lang="en-US" altLang="ja-JP" sz="2800" dirty="0"/>
          </a:p>
          <a:p>
            <a:pPr lvl="1">
              <a:lnSpc>
                <a:spcPct val="150000"/>
              </a:lnSpc>
            </a:pPr>
            <a:r>
              <a:rPr lang="ja-JP" altLang="en-US" sz="2800" dirty="0"/>
              <a:t>移動</a:t>
            </a:r>
            <a:endParaRPr lang="en-US" altLang="ja-JP" sz="2800" dirty="0"/>
          </a:p>
          <a:p>
            <a:pPr lvl="1">
              <a:lnSpc>
                <a:spcPct val="150000"/>
              </a:lnSpc>
            </a:pPr>
            <a:r>
              <a:rPr lang="ja-JP" altLang="en-US" sz="2800" dirty="0"/>
              <a:t>コピー（複製）</a:t>
            </a:r>
            <a:endParaRPr lang="en-US" altLang="ja-JP" sz="2800" dirty="0"/>
          </a:p>
          <a:p>
            <a:pPr lvl="1">
              <a:lnSpc>
                <a:spcPct val="150000"/>
              </a:lnSpc>
            </a:pPr>
            <a:r>
              <a:rPr lang="ja-JP" altLang="en-US" sz="2800" dirty="0"/>
              <a:t>削除</a:t>
            </a:r>
            <a:endParaRPr lang="en-US" altLang="ja-JP" sz="2800" dirty="0"/>
          </a:p>
          <a:p>
            <a:pPr lvl="1">
              <a:lnSpc>
                <a:spcPct val="150000"/>
              </a:lnSpc>
            </a:pPr>
            <a:r>
              <a:rPr lang="ja-JP" altLang="en-US" sz="2800" dirty="0"/>
              <a:t>名前の変更</a:t>
            </a:r>
            <a:endParaRPr lang="en-US" altLang="ja-JP" sz="2800" dirty="0"/>
          </a:p>
          <a:p>
            <a:pPr lvl="1">
              <a:lnSpc>
                <a:spcPct val="150000"/>
              </a:lnSpc>
            </a:pPr>
            <a:r>
              <a:rPr lang="ja-JP" altLang="en-US" sz="2800" dirty="0"/>
              <a:t>ファイルの詳細情報を確認する</a:t>
            </a:r>
          </a:p>
        </p:txBody>
      </p:sp>
      <p:sp>
        <p:nvSpPr>
          <p:cNvPr id="4" name="テキスト ボックス 3"/>
          <p:cNvSpPr txBox="1"/>
          <p:nvPr/>
        </p:nvSpPr>
        <p:spPr>
          <a:xfrm>
            <a:off x="2811832" y="6269534"/>
            <a:ext cx="4562745" cy="400110"/>
          </a:xfrm>
          <a:prstGeom prst="rect">
            <a:avLst/>
          </a:prstGeom>
          <a:noFill/>
          <a:ln>
            <a:solidFill>
              <a:srgbClr val="FF0000"/>
            </a:solidFill>
          </a:ln>
        </p:spPr>
        <p:txBody>
          <a:bodyPr wrap="square" rtlCol="0">
            <a:spAutoFit/>
          </a:bodyPr>
          <a:lstStyle/>
          <a:p>
            <a:pPr marL="285750" indent="-285750">
              <a:buFont typeface="Arial" panose="020B0604020202020204" pitchFamily="34" charset="0"/>
              <a:buChar char="•"/>
            </a:pPr>
            <a:r>
              <a:rPr lang="ja-JP" altLang="en-US" sz="2000" dirty="0"/>
              <a:t>確実に行えるか，実際に行ってみましょう</a:t>
            </a:r>
          </a:p>
        </p:txBody>
      </p:sp>
    </p:spTree>
    <p:extLst>
      <p:ext uri="{BB962C8B-B14F-4D97-AF65-F5344CB8AC3E}">
        <p14:creationId xmlns:p14="http://schemas.microsoft.com/office/powerpoint/2010/main" val="23686843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1080655" y="308472"/>
            <a:ext cx="10082149" cy="6549528"/>
          </a:xfrm>
        </p:spPr>
        <p:txBody>
          <a:bodyPr>
            <a:normAutofit fontScale="85000" lnSpcReduction="20000"/>
          </a:bodyPr>
          <a:lstStyle/>
          <a:p>
            <a:pPr marL="0" indent="0">
              <a:lnSpc>
                <a:spcPct val="110000"/>
              </a:lnSpc>
              <a:buNone/>
            </a:pPr>
            <a:r>
              <a:rPr kumimoji="1" lang="ja-JP" altLang="en-US" dirty="0">
                <a:solidFill>
                  <a:srgbClr val="FF0000"/>
                </a:solidFill>
              </a:rPr>
              <a:t>同じことができる操作は他にもありますが</a:t>
            </a:r>
            <a:endParaRPr kumimoji="1" lang="en-US" altLang="ja-JP" dirty="0">
              <a:solidFill>
                <a:srgbClr val="FF0000"/>
              </a:solidFill>
            </a:endParaRPr>
          </a:p>
          <a:p>
            <a:pPr lvl="5">
              <a:lnSpc>
                <a:spcPct val="110000"/>
              </a:lnSpc>
            </a:pPr>
            <a:endParaRPr lang="en-US" altLang="ja-JP" sz="1500" dirty="0"/>
          </a:p>
          <a:p>
            <a:pPr>
              <a:lnSpc>
                <a:spcPct val="110000"/>
              </a:lnSpc>
            </a:pPr>
            <a:r>
              <a:rPr kumimoji="1" lang="ja-JP" altLang="en-US" dirty="0"/>
              <a:t>新規作成</a:t>
            </a:r>
            <a:endParaRPr kumimoji="1" lang="en-US" altLang="ja-JP" dirty="0"/>
          </a:p>
          <a:p>
            <a:pPr lvl="1">
              <a:lnSpc>
                <a:spcPct val="110000"/>
              </a:lnSpc>
            </a:pPr>
            <a:r>
              <a:rPr kumimoji="1" lang="ja-JP" altLang="en-US" dirty="0"/>
              <a:t>ファイルを作成する場所（フォルダ等）で右クリックして，メニューから「新規作成」でファイルの種類を選択</a:t>
            </a:r>
            <a:endParaRPr kumimoji="1" lang="en-US" altLang="ja-JP" dirty="0"/>
          </a:p>
          <a:p>
            <a:pPr>
              <a:lnSpc>
                <a:spcPct val="110000"/>
              </a:lnSpc>
            </a:pPr>
            <a:r>
              <a:rPr kumimoji="1" lang="ja-JP" altLang="en-US" dirty="0"/>
              <a:t>移動</a:t>
            </a:r>
            <a:endParaRPr kumimoji="1" lang="en-US" altLang="ja-JP" dirty="0"/>
          </a:p>
          <a:p>
            <a:pPr lvl="1">
              <a:lnSpc>
                <a:spcPct val="110000"/>
              </a:lnSpc>
            </a:pPr>
            <a:r>
              <a:rPr kumimoji="1" lang="ja-JP" altLang="en-US" dirty="0"/>
              <a:t>同じドライブ（装置）内で，ファイルをドラッグ（＆ドロップ）</a:t>
            </a:r>
            <a:endParaRPr kumimoji="1" lang="en-US" altLang="ja-JP" dirty="0"/>
          </a:p>
          <a:p>
            <a:pPr>
              <a:lnSpc>
                <a:spcPct val="110000"/>
              </a:lnSpc>
            </a:pPr>
            <a:r>
              <a:rPr kumimoji="1" lang="ja-JP" altLang="en-US" dirty="0"/>
              <a:t>コピー（複製）</a:t>
            </a:r>
            <a:endParaRPr kumimoji="1" lang="en-US" altLang="ja-JP" dirty="0"/>
          </a:p>
          <a:p>
            <a:pPr lvl="1">
              <a:lnSpc>
                <a:spcPct val="110000"/>
              </a:lnSpc>
            </a:pPr>
            <a:r>
              <a:rPr kumimoji="1" lang="ja-JP" altLang="en-US" dirty="0"/>
              <a:t>異なるドライブ間で，ファイルをドラッグ</a:t>
            </a:r>
            <a:endParaRPr kumimoji="1" lang="en-US" altLang="ja-JP" dirty="0"/>
          </a:p>
          <a:p>
            <a:pPr lvl="1">
              <a:lnSpc>
                <a:spcPct val="110000"/>
              </a:lnSpc>
            </a:pPr>
            <a:r>
              <a:rPr kumimoji="1" lang="ja-JP" altLang="en-US" dirty="0"/>
              <a:t>右クリックで「コピー」，コピー先で右クリックして「貼り付け」</a:t>
            </a:r>
            <a:endParaRPr kumimoji="1" lang="en-US" altLang="ja-JP" dirty="0"/>
          </a:p>
          <a:p>
            <a:pPr>
              <a:lnSpc>
                <a:spcPct val="110000"/>
              </a:lnSpc>
            </a:pPr>
            <a:r>
              <a:rPr kumimoji="1" lang="ja-JP" altLang="en-US" dirty="0"/>
              <a:t>削除</a:t>
            </a:r>
            <a:endParaRPr kumimoji="1" lang="en-US" altLang="ja-JP" dirty="0"/>
          </a:p>
          <a:p>
            <a:pPr lvl="1">
              <a:lnSpc>
                <a:spcPct val="110000"/>
              </a:lnSpc>
            </a:pPr>
            <a:r>
              <a:rPr kumimoji="1" lang="ja-JP" altLang="en-US" dirty="0"/>
              <a:t>右クリックで「削除」，もしくは選択した状態で</a:t>
            </a:r>
            <a:r>
              <a:rPr kumimoji="1" lang="en-US" altLang="ja-JP" dirty="0"/>
              <a:t>delete</a:t>
            </a:r>
            <a:r>
              <a:rPr kumimoji="1" lang="ja-JP" altLang="en-US" dirty="0"/>
              <a:t>キー</a:t>
            </a:r>
            <a:endParaRPr kumimoji="1" lang="en-US" altLang="ja-JP" dirty="0"/>
          </a:p>
          <a:p>
            <a:pPr lvl="1">
              <a:lnSpc>
                <a:spcPct val="110000"/>
              </a:lnSpc>
            </a:pPr>
            <a:r>
              <a:rPr kumimoji="1" lang="ja-JP" altLang="en-US" dirty="0"/>
              <a:t>「ごみ箱」へドラッグ</a:t>
            </a:r>
            <a:endParaRPr kumimoji="1" lang="en-US" altLang="ja-JP" dirty="0"/>
          </a:p>
          <a:p>
            <a:pPr lvl="6">
              <a:lnSpc>
                <a:spcPct val="110000"/>
              </a:lnSpc>
            </a:pPr>
            <a:endParaRPr lang="en-US" altLang="ja-JP" sz="500" dirty="0"/>
          </a:p>
          <a:p>
            <a:pPr>
              <a:lnSpc>
                <a:spcPct val="110000"/>
              </a:lnSpc>
            </a:pPr>
            <a:r>
              <a:rPr lang="ja-JP" altLang="en-US" sz="2400" dirty="0">
                <a:solidFill>
                  <a:srgbClr val="FF0000"/>
                </a:solidFill>
              </a:rPr>
              <a:t>操作をミスした！と思ったら</a:t>
            </a:r>
            <a:endParaRPr lang="en-US" altLang="ja-JP" sz="2400" dirty="0">
              <a:solidFill>
                <a:srgbClr val="FF0000"/>
              </a:solidFill>
            </a:endParaRPr>
          </a:p>
          <a:p>
            <a:pPr lvl="1">
              <a:lnSpc>
                <a:spcPct val="110000"/>
              </a:lnSpc>
            </a:pPr>
            <a:r>
              <a:rPr lang="en-US" altLang="ja-JP" sz="2000" dirty="0" err="1"/>
              <a:t>Ctrl+Z</a:t>
            </a:r>
            <a:r>
              <a:rPr lang="ja-JP" altLang="en-US" sz="2000" dirty="0"/>
              <a:t>（操作の取り消し）を</a:t>
            </a:r>
            <a:endParaRPr lang="en-US" altLang="ja-JP" sz="2000" dirty="0"/>
          </a:p>
          <a:p>
            <a:pPr lvl="3">
              <a:lnSpc>
                <a:spcPct val="110000"/>
              </a:lnSpc>
            </a:pPr>
            <a:endParaRPr lang="en-US" altLang="ja-JP" sz="1300" dirty="0"/>
          </a:p>
          <a:p>
            <a:pPr>
              <a:lnSpc>
                <a:spcPct val="110000"/>
              </a:lnSpc>
            </a:pPr>
            <a:r>
              <a:rPr lang="ja-JP" altLang="en-US" sz="2400" dirty="0">
                <a:solidFill>
                  <a:srgbClr val="FF0000"/>
                </a:solidFill>
              </a:rPr>
              <a:t>ファイルが行方不明？</a:t>
            </a:r>
            <a:endParaRPr lang="en-US" altLang="ja-JP" sz="2400" dirty="0">
              <a:solidFill>
                <a:srgbClr val="FF0000"/>
              </a:solidFill>
            </a:endParaRPr>
          </a:p>
          <a:p>
            <a:pPr lvl="1">
              <a:lnSpc>
                <a:spcPct val="110000"/>
              </a:lnSpc>
            </a:pPr>
            <a:r>
              <a:rPr lang="ja-JP" altLang="en-US" sz="2000" dirty="0"/>
              <a:t>エクスプローラーの検索機能で</a:t>
            </a:r>
          </a:p>
        </p:txBody>
      </p:sp>
      <p:pic>
        <p:nvPicPr>
          <p:cNvPr id="2" name="図 1"/>
          <p:cNvPicPr>
            <a:picLocks noChangeAspect="1"/>
          </p:cNvPicPr>
          <p:nvPr/>
        </p:nvPicPr>
        <p:blipFill rotWithShape="1">
          <a:blip r:embed="rId3"/>
          <a:srcRect l="55262" t="75869" r="18962" b="16540"/>
          <a:stretch/>
        </p:blipFill>
        <p:spPr>
          <a:xfrm>
            <a:off x="6936696" y="5210827"/>
            <a:ext cx="2691646" cy="526094"/>
          </a:xfrm>
          <a:prstGeom prst="rect">
            <a:avLst/>
          </a:prstGeom>
        </p:spPr>
      </p:pic>
      <p:sp>
        <p:nvSpPr>
          <p:cNvPr id="4" name="テキスト ボックス 3"/>
          <p:cNvSpPr txBox="1"/>
          <p:nvPr/>
        </p:nvSpPr>
        <p:spPr>
          <a:xfrm>
            <a:off x="6697249" y="5736922"/>
            <a:ext cx="3557392" cy="646331"/>
          </a:xfrm>
          <a:prstGeom prst="rect">
            <a:avLst/>
          </a:prstGeom>
          <a:noFill/>
        </p:spPr>
        <p:txBody>
          <a:bodyPr wrap="square" rtlCol="0">
            <a:spAutoFit/>
          </a:bodyPr>
          <a:lstStyle/>
          <a:p>
            <a:r>
              <a:rPr lang="en-US" altLang="ja-JP" dirty="0"/>
              <a:t>Windows11</a:t>
            </a:r>
            <a:r>
              <a:rPr lang="ja-JP" altLang="en-US" dirty="0"/>
              <a:t>なら，ファイル名を右クリックしたメニューの，アイコンから</a:t>
            </a:r>
          </a:p>
        </p:txBody>
      </p:sp>
      <p:sp>
        <p:nvSpPr>
          <p:cNvPr id="5" name="角丸四角形 4"/>
          <p:cNvSpPr/>
          <p:nvPr/>
        </p:nvSpPr>
        <p:spPr>
          <a:xfrm>
            <a:off x="6459256" y="5210828"/>
            <a:ext cx="4032475" cy="1365337"/>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Tree>
    <p:extLst>
      <p:ext uri="{BB962C8B-B14F-4D97-AF65-F5344CB8AC3E}">
        <p14:creationId xmlns:p14="http://schemas.microsoft.com/office/powerpoint/2010/main" val="17122683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985652" y="365127"/>
            <a:ext cx="9356423" cy="1325563"/>
          </a:xfrm>
        </p:spPr>
        <p:txBody>
          <a:bodyPr/>
          <a:lstStyle/>
          <a:p>
            <a:r>
              <a:rPr kumimoji="1" lang="ja-JP" altLang="en-US" dirty="0"/>
              <a:t>ファイル管理（クラウドとローカル）</a:t>
            </a:r>
          </a:p>
        </p:txBody>
      </p:sp>
      <p:sp>
        <p:nvSpPr>
          <p:cNvPr id="4" name="テキスト プレースホルダー 3"/>
          <p:cNvSpPr>
            <a:spLocks noGrp="1"/>
          </p:cNvSpPr>
          <p:nvPr>
            <p:ph type="body" idx="1"/>
          </p:nvPr>
        </p:nvSpPr>
        <p:spPr>
          <a:solidFill>
            <a:schemeClr val="accent6">
              <a:lumMod val="40000"/>
              <a:lumOff val="60000"/>
            </a:schemeClr>
          </a:solidFill>
        </p:spPr>
        <p:txBody>
          <a:bodyPr anchor="ctr">
            <a:normAutofit/>
          </a:bodyPr>
          <a:lstStyle/>
          <a:p>
            <a:pPr algn="ctr"/>
            <a:r>
              <a:rPr lang="ja-JP" altLang="en-US" sz="3200" b="0" dirty="0"/>
              <a:t>クラウド</a:t>
            </a:r>
          </a:p>
        </p:txBody>
      </p:sp>
      <p:sp>
        <p:nvSpPr>
          <p:cNvPr id="3" name="コンテンツ プレースホルダー 2"/>
          <p:cNvSpPr>
            <a:spLocks noGrp="1"/>
          </p:cNvSpPr>
          <p:nvPr>
            <p:ph sz="half" idx="2"/>
          </p:nvPr>
        </p:nvSpPr>
        <p:spPr>
          <a:xfrm>
            <a:off x="1484511" y="2667913"/>
            <a:ext cx="3868340" cy="3684588"/>
          </a:xfrm>
        </p:spPr>
        <p:txBody>
          <a:bodyPr>
            <a:normAutofit/>
          </a:bodyPr>
          <a:lstStyle/>
          <a:p>
            <a:pPr algn="just">
              <a:spcBef>
                <a:spcPts val="1200"/>
              </a:spcBef>
            </a:pPr>
            <a:r>
              <a:rPr lang="en-US" altLang="ja-JP" sz="2400" dirty="0"/>
              <a:t>PC</a:t>
            </a:r>
            <a:r>
              <a:rPr lang="ja-JP" altLang="en-US" sz="2400" dirty="0"/>
              <a:t>やスマホ等，機器をまたいで同じファイルを簡単に利用可能</a:t>
            </a:r>
            <a:endParaRPr lang="en-US" altLang="ja-JP" sz="2400" dirty="0"/>
          </a:p>
          <a:p>
            <a:pPr algn="just">
              <a:spcBef>
                <a:spcPts val="1200"/>
              </a:spcBef>
            </a:pPr>
            <a:r>
              <a:rPr lang="ja-JP" altLang="en-US" sz="2400" dirty="0"/>
              <a:t>障害による消失のリスクは低め，世代管理も可能</a:t>
            </a:r>
            <a:endParaRPr lang="en-US" altLang="ja-JP" sz="2400" dirty="0"/>
          </a:p>
          <a:p>
            <a:pPr algn="just">
              <a:spcBef>
                <a:spcPts val="1200"/>
              </a:spcBef>
            </a:pPr>
            <a:r>
              <a:rPr lang="ja-JP" altLang="en-US" sz="2400" dirty="0"/>
              <a:t>原則，ネット接続が必要</a:t>
            </a:r>
            <a:endParaRPr lang="en-US" altLang="ja-JP" sz="2400" dirty="0"/>
          </a:p>
          <a:p>
            <a:pPr algn="just">
              <a:spcBef>
                <a:spcPts val="1200"/>
              </a:spcBef>
            </a:pPr>
            <a:r>
              <a:rPr lang="ja-JP" altLang="en-US" sz="2400" dirty="0"/>
              <a:t>容量の上限</a:t>
            </a:r>
          </a:p>
        </p:txBody>
      </p:sp>
      <p:sp>
        <p:nvSpPr>
          <p:cNvPr id="5" name="テキスト プレースホルダー 4"/>
          <p:cNvSpPr>
            <a:spLocks noGrp="1"/>
          </p:cNvSpPr>
          <p:nvPr>
            <p:ph type="body" sz="quarter" idx="3"/>
          </p:nvPr>
        </p:nvSpPr>
        <p:spPr>
          <a:solidFill>
            <a:schemeClr val="accent5">
              <a:lumMod val="40000"/>
              <a:lumOff val="60000"/>
            </a:schemeClr>
          </a:solidFill>
        </p:spPr>
        <p:txBody>
          <a:bodyPr anchor="ctr">
            <a:normAutofit/>
          </a:bodyPr>
          <a:lstStyle/>
          <a:p>
            <a:pPr algn="ctr"/>
            <a:r>
              <a:rPr lang="ja-JP" altLang="en-US" sz="3200" dirty="0"/>
              <a:t>ローカル</a:t>
            </a:r>
          </a:p>
        </p:txBody>
      </p:sp>
      <p:sp>
        <p:nvSpPr>
          <p:cNvPr id="6" name="コンテンツ プレースホルダー 5"/>
          <p:cNvSpPr>
            <a:spLocks noGrp="1"/>
          </p:cNvSpPr>
          <p:nvPr>
            <p:ph sz="quarter" idx="4"/>
          </p:nvPr>
        </p:nvSpPr>
        <p:spPr>
          <a:xfrm>
            <a:off x="6788430" y="2667913"/>
            <a:ext cx="3887391" cy="3684588"/>
          </a:xfrm>
        </p:spPr>
        <p:txBody>
          <a:bodyPr>
            <a:normAutofit/>
          </a:bodyPr>
          <a:lstStyle/>
          <a:p>
            <a:pPr algn="just">
              <a:spcBef>
                <a:spcPts val="1200"/>
              </a:spcBef>
            </a:pPr>
            <a:r>
              <a:rPr lang="ja-JP" altLang="en-US" sz="2400" dirty="0"/>
              <a:t>ネット接続には無関係</a:t>
            </a:r>
            <a:endParaRPr lang="en-US" altLang="ja-JP" sz="2400" dirty="0"/>
          </a:p>
          <a:p>
            <a:pPr algn="just">
              <a:spcBef>
                <a:spcPts val="1200"/>
              </a:spcBef>
            </a:pPr>
            <a:r>
              <a:rPr lang="ja-JP" altLang="en-US" sz="2400" dirty="0"/>
              <a:t>容量は比較的大，外部記憶装置等で追加も可能</a:t>
            </a:r>
            <a:endParaRPr lang="en-US" altLang="ja-JP" sz="2400" dirty="0"/>
          </a:p>
          <a:p>
            <a:pPr algn="just">
              <a:spcBef>
                <a:spcPts val="1200"/>
              </a:spcBef>
            </a:pPr>
            <a:r>
              <a:rPr lang="ja-JP" altLang="en-US" sz="2400" dirty="0"/>
              <a:t>バックアップ等，ある程度自分で管理が必要</a:t>
            </a:r>
            <a:endParaRPr lang="en-US" altLang="ja-JP" sz="2400" dirty="0"/>
          </a:p>
          <a:p>
            <a:pPr algn="just">
              <a:spcBef>
                <a:spcPts val="1200"/>
              </a:spcBef>
            </a:pPr>
            <a:r>
              <a:rPr lang="ja-JP" altLang="en-US" sz="2400" dirty="0"/>
              <a:t>持ち運びや複数機器での処理など，世代管理に注意</a:t>
            </a:r>
          </a:p>
        </p:txBody>
      </p:sp>
    </p:spTree>
    <p:extLst>
      <p:ext uri="{BB962C8B-B14F-4D97-AF65-F5344CB8AC3E}">
        <p14:creationId xmlns:p14="http://schemas.microsoft.com/office/powerpoint/2010/main" val="38280745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バックアップ</a:t>
            </a:r>
          </a:p>
        </p:txBody>
      </p:sp>
      <p:sp>
        <p:nvSpPr>
          <p:cNvPr id="3" name="コンテンツ プレースホルダー 2"/>
          <p:cNvSpPr>
            <a:spLocks noGrp="1"/>
          </p:cNvSpPr>
          <p:nvPr>
            <p:ph idx="1"/>
          </p:nvPr>
        </p:nvSpPr>
        <p:spPr>
          <a:xfrm>
            <a:off x="1009403" y="1564396"/>
            <a:ext cx="10344397" cy="5056741"/>
          </a:xfrm>
        </p:spPr>
        <p:txBody>
          <a:bodyPr>
            <a:normAutofit/>
          </a:bodyPr>
          <a:lstStyle/>
          <a:p>
            <a:pPr algn="just"/>
            <a:r>
              <a:rPr kumimoji="1" lang="ja-JP" altLang="en-US" dirty="0"/>
              <a:t>誤ってファイルを削除した場合</a:t>
            </a:r>
            <a:endParaRPr kumimoji="1" lang="en-US" altLang="ja-JP" dirty="0"/>
          </a:p>
          <a:p>
            <a:pPr lvl="1" algn="just"/>
            <a:r>
              <a:rPr kumimoji="1" lang="ja-JP" altLang="en-US" dirty="0"/>
              <a:t>クラウドなら，一定期間は復元可能</a:t>
            </a:r>
            <a:endParaRPr kumimoji="1" lang="en-US" altLang="ja-JP" dirty="0"/>
          </a:p>
          <a:p>
            <a:pPr lvl="1" algn="just"/>
            <a:r>
              <a:rPr kumimoji="1" lang="ja-JP" altLang="en-US" dirty="0"/>
              <a:t>ローカルでも，ごみ箱から，もしくは“以前のバージョン（ファイル履歴）”により復元</a:t>
            </a:r>
            <a:r>
              <a:rPr kumimoji="1" lang="ja-JP" altLang="en-US"/>
              <a:t>可能（なこと</a:t>
            </a:r>
            <a:r>
              <a:rPr kumimoji="1" lang="ja-JP" altLang="en-US" dirty="0"/>
              <a:t>も）</a:t>
            </a:r>
            <a:endParaRPr kumimoji="1" lang="en-US" altLang="ja-JP" dirty="0"/>
          </a:p>
          <a:p>
            <a:pPr lvl="3" algn="just"/>
            <a:endParaRPr kumimoji="1" lang="en-US" altLang="ja-JP" dirty="0"/>
          </a:p>
          <a:p>
            <a:pPr algn="just"/>
            <a:r>
              <a:rPr kumimoji="1" lang="ja-JP" altLang="en-US" dirty="0"/>
              <a:t>重要なファイルはバックアップ</a:t>
            </a:r>
            <a:endParaRPr kumimoji="1" lang="en-US" altLang="ja-JP" dirty="0"/>
          </a:p>
          <a:p>
            <a:pPr lvl="1" algn="just"/>
            <a:r>
              <a:rPr kumimoji="1" lang="ja-JP" altLang="en-US" dirty="0"/>
              <a:t>定期的に最新版をバックアップ</a:t>
            </a:r>
            <a:endParaRPr kumimoji="1" lang="en-US" altLang="ja-JP" dirty="0"/>
          </a:p>
          <a:p>
            <a:pPr lvl="1" algn="just"/>
            <a:r>
              <a:rPr kumimoji="1" lang="ja-JP" altLang="en-US" dirty="0"/>
              <a:t>同じ記憶装置には保存しない</a:t>
            </a:r>
            <a:endParaRPr kumimoji="1" lang="en-US" altLang="ja-JP" dirty="0"/>
          </a:p>
          <a:p>
            <a:pPr lvl="2" algn="just"/>
            <a:r>
              <a:rPr kumimoji="1" lang="ja-JP" altLang="en-US" dirty="0"/>
              <a:t>装置の故障でバックアップも同時に失われる</a:t>
            </a:r>
            <a:endParaRPr kumimoji="1" lang="en-US" altLang="ja-JP" dirty="0"/>
          </a:p>
          <a:p>
            <a:pPr lvl="1" algn="just"/>
            <a:r>
              <a:rPr kumimoji="1" lang="ja-JP" altLang="en-US" dirty="0"/>
              <a:t>バックアップ後はパソコンと接続を切る</a:t>
            </a:r>
            <a:r>
              <a:rPr lang="ja-JP" altLang="en-US" sz="2000" dirty="0"/>
              <a:t>（ことが望ましい）</a:t>
            </a:r>
            <a:endParaRPr kumimoji="1" lang="en-US" altLang="ja-JP" dirty="0"/>
          </a:p>
          <a:p>
            <a:pPr lvl="2" algn="just"/>
            <a:r>
              <a:rPr kumimoji="1" lang="ja-JP" altLang="en-US" dirty="0"/>
              <a:t>ウイルス感染のリスクを下げる</a:t>
            </a:r>
            <a:endParaRPr kumimoji="1" lang="en-US" altLang="ja-JP" dirty="0"/>
          </a:p>
          <a:p>
            <a:pPr lvl="1" algn="just"/>
            <a:r>
              <a:rPr kumimoji="1" lang="ja-JP" altLang="en-US" dirty="0"/>
              <a:t>バックアップの頻度や復元の可能性により</a:t>
            </a:r>
            <a:endParaRPr kumimoji="1" lang="en-US" altLang="ja-JP" dirty="0"/>
          </a:p>
          <a:p>
            <a:pPr lvl="2" algn="just"/>
            <a:r>
              <a:rPr kumimoji="1" lang="ja-JP" altLang="en-US" dirty="0"/>
              <a:t>外付けハードディスクや</a:t>
            </a:r>
            <a:r>
              <a:rPr kumimoji="1" lang="en-US" altLang="ja-JP" dirty="0"/>
              <a:t>DVD</a:t>
            </a:r>
            <a:r>
              <a:rPr kumimoji="1" lang="ja-JP" altLang="en-US" dirty="0"/>
              <a:t>等のディスク類を使い分ける</a:t>
            </a:r>
          </a:p>
        </p:txBody>
      </p:sp>
    </p:spTree>
    <p:extLst>
      <p:ext uri="{BB962C8B-B14F-4D97-AF65-F5344CB8AC3E}">
        <p14:creationId xmlns:p14="http://schemas.microsoft.com/office/powerpoint/2010/main" val="27045681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056904" y="222581"/>
            <a:ext cx="8982445" cy="1325563"/>
          </a:xfrm>
        </p:spPr>
        <p:txBody>
          <a:bodyPr/>
          <a:lstStyle/>
          <a:p>
            <a:r>
              <a:rPr kumimoji="1" lang="ja-JP" altLang="en-US" dirty="0"/>
              <a:t>ファイル名についてのルール</a:t>
            </a:r>
          </a:p>
        </p:txBody>
      </p:sp>
      <p:sp>
        <p:nvSpPr>
          <p:cNvPr id="3" name="コンテンツ プレースホルダー 2"/>
          <p:cNvSpPr>
            <a:spLocks noGrp="1"/>
          </p:cNvSpPr>
          <p:nvPr>
            <p:ph idx="1"/>
          </p:nvPr>
        </p:nvSpPr>
        <p:spPr>
          <a:xfrm>
            <a:off x="1056904" y="1548143"/>
            <a:ext cx="9423207" cy="4628820"/>
          </a:xfrm>
        </p:spPr>
        <p:txBody>
          <a:bodyPr>
            <a:normAutofit fontScale="92500" lnSpcReduction="10000"/>
          </a:bodyPr>
          <a:lstStyle/>
          <a:p>
            <a:pPr algn="just"/>
            <a:r>
              <a:rPr kumimoji="1" lang="ja-JP" altLang="en-US" dirty="0"/>
              <a:t>ファイル名は，「名前」＋「拡張子」</a:t>
            </a:r>
            <a:endParaRPr kumimoji="1" lang="en-US" altLang="ja-JP" dirty="0"/>
          </a:p>
          <a:p>
            <a:pPr lvl="1" algn="just"/>
            <a:r>
              <a:rPr kumimoji="1" lang="ja-JP" altLang="en-US" dirty="0"/>
              <a:t>対応アプリを示す拡張子をユーザが変更しない</a:t>
            </a:r>
            <a:endParaRPr kumimoji="1" lang="en-US" altLang="ja-JP" dirty="0"/>
          </a:p>
          <a:p>
            <a:pPr lvl="1" algn="just"/>
            <a:r>
              <a:rPr kumimoji="1" lang="ja-JP" altLang="en-US" dirty="0"/>
              <a:t>通常は「拡張子」は非表示設定</a:t>
            </a:r>
            <a:endParaRPr kumimoji="1" lang="en-US" altLang="ja-JP" dirty="0"/>
          </a:p>
          <a:p>
            <a:pPr lvl="1" algn="just"/>
            <a:endParaRPr lang="en-US" altLang="ja-JP" sz="800" dirty="0"/>
          </a:p>
          <a:p>
            <a:pPr algn="just"/>
            <a:r>
              <a:rPr kumimoji="1" lang="ja-JP" altLang="en-US" dirty="0"/>
              <a:t>ファイル名の制限，マナーを理解する</a:t>
            </a:r>
            <a:endParaRPr kumimoji="1" lang="en-US" altLang="ja-JP" dirty="0"/>
          </a:p>
          <a:p>
            <a:pPr lvl="1"/>
            <a:r>
              <a:rPr kumimoji="1" lang="ja-JP" altLang="en-US" dirty="0"/>
              <a:t>使えない文字</a:t>
            </a:r>
            <a:r>
              <a:rPr kumimoji="1" lang="ja-JP" altLang="en-US"/>
              <a:t>がある（</a:t>
            </a:r>
            <a:r>
              <a:rPr lang="ja-JP" altLang="ja-JP" b="1"/>
              <a:t> \ / : * ? " &lt; &gt; |</a:t>
            </a:r>
            <a:r>
              <a:rPr kumimoji="1" lang="ja-JP" altLang="en-US"/>
              <a:t>）</a:t>
            </a:r>
            <a:br>
              <a:rPr kumimoji="1" lang="en-US" altLang="ja-JP" dirty="0"/>
            </a:br>
            <a:r>
              <a:rPr kumimoji="1" lang="ja-JP" altLang="en-US"/>
              <a:t>（</a:t>
            </a:r>
            <a:r>
              <a:rPr kumimoji="1" lang="ja-JP" altLang="en-US" dirty="0"/>
              <a:t>空白は</a:t>
            </a:r>
            <a:r>
              <a:rPr kumimoji="1" lang="en-US" altLang="ja-JP" dirty="0"/>
              <a:t>Windows</a:t>
            </a:r>
            <a:r>
              <a:rPr kumimoji="1" lang="ja-JP" altLang="en-US" dirty="0"/>
              <a:t>では使えるが，望ましくない）</a:t>
            </a:r>
            <a:endParaRPr kumimoji="1" lang="en-US" altLang="ja-JP" dirty="0"/>
          </a:p>
          <a:p>
            <a:pPr lvl="1" algn="just"/>
            <a:r>
              <a:rPr kumimoji="1" lang="ja-JP" altLang="en-US" dirty="0"/>
              <a:t>長さの限界がある（</a:t>
            </a:r>
            <a:r>
              <a:rPr kumimoji="1" lang="en-US" altLang="ja-JP" dirty="0"/>
              <a:t>260</a:t>
            </a:r>
            <a:r>
              <a:rPr kumimoji="1" lang="ja-JP" altLang="en-US" dirty="0"/>
              <a:t>文字，ディレクトリ構造を含む）</a:t>
            </a:r>
            <a:endParaRPr kumimoji="1" lang="en-US" altLang="ja-JP" dirty="0"/>
          </a:p>
          <a:p>
            <a:pPr algn="just"/>
            <a:endParaRPr lang="en-US" altLang="ja-JP" sz="1000" dirty="0"/>
          </a:p>
          <a:p>
            <a:pPr algn="just"/>
            <a:r>
              <a:rPr kumimoji="1" lang="ja-JP" altLang="en-US" dirty="0"/>
              <a:t>管理しやすい命名ルールを（自分で）決める</a:t>
            </a:r>
            <a:endParaRPr kumimoji="1" lang="en-US" altLang="ja-JP" dirty="0"/>
          </a:p>
          <a:p>
            <a:pPr lvl="1" algn="just"/>
            <a:r>
              <a:rPr kumimoji="1" lang="ja-JP" altLang="en-US" dirty="0"/>
              <a:t>科目や区分など＋日付＋状態，など</a:t>
            </a:r>
            <a:endParaRPr kumimoji="1" lang="en-US" altLang="ja-JP" dirty="0"/>
          </a:p>
          <a:p>
            <a:pPr lvl="1" algn="just"/>
            <a:r>
              <a:rPr kumimoji="1" lang="ja-JP" altLang="en-US" dirty="0"/>
              <a:t>フォルダも効率的に設定</a:t>
            </a:r>
            <a:endParaRPr kumimoji="1" lang="en-US" altLang="ja-JP" dirty="0"/>
          </a:p>
          <a:p>
            <a:pPr marL="914400" lvl="2" indent="0" algn="just">
              <a:buNone/>
            </a:pPr>
            <a:r>
              <a:rPr lang="ja-JP" altLang="en-US" sz="1600" dirty="0"/>
              <a:t>例えば</a:t>
            </a:r>
            <a:endParaRPr lang="en-US" altLang="ja-JP" sz="1600" dirty="0"/>
          </a:p>
          <a:p>
            <a:pPr lvl="2" algn="just"/>
            <a:r>
              <a:rPr lang="en-US" altLang="ja-JP" sz="1600" dirty="0"/>
              <a:t>\\</a:t>
            </a:r>
            <a:r>
              <a:rPr lang="ja-JP" altLang="en-US" sz="1600" dirty="0"/>
              <a:t>講義ノート</a:t>
            </a:r>
            <a:r>
              <a:rPr lang="en-US" altLang="ja-JP" sz="1600" dirty="0"/>
              <a:t>\2025\</a:t>
            </a:r>
            <a:r>
              <a:rPr lang="ja-JP" altLang="en-US" sz="1600" dirty="0"/>
              <a:t>成人看護学</a:t>
            </a:r>
            <a:r>
              <a:rPr lang="en-US" altLang="ja-JP" sz="1600" dirty="0"/>
              <a:t>\</a:t>
            </a:r>
            <a:r>
              <a:rPr lang="ja-JP" altLang="en-US" sz="1600" dirty="0"/>
              <a:t>提出レポート</a:t>
            </a:r>
            <a:r>
              <a:rPr lang="en-US" altLang="ja-JP" sz="1600" dirty="0"/>
              <a:t>\</a:t>
            </a:r>
            <a:r>
              <a:rPr lang="ja-JP" altLang="en-US" sz="1600" dirty="0"/>
              <a:t>第</a:t>
            </a:r>
            <a:r>
              <a:rPr lang="en-US" altLang="ja-JP" sz="1600" dirty="0"/>
              <a:t>1</a:t>
            </a:r>
            <a:r>
              <a:rPr lang="ja-JP" altLang="en-US" sz="1600" dirty="0"/>
              <a:t>回</a:t>
            </a:r>
            <a:r>
              <a:rPr lang="en-US" altLang="ja-JP" sz="1600" dirty="0"/>
              <a:t>20250714_</a:t>
            </a:r>
            <a:r>
              <a:rPr lang="ja-JP" altLang="en-US" sz="1600" dirty="0"/>
              <a:t>作成中</a:t>
            </a:r>
            <a:r>
              <a:rPr lang="en-US" altLang="ja-JP" sz="1600" dirty="0"/>
              <a:t>.docx </a:t>
            </a:r>
            <a:r>
              <a:rPr lang="ja-JP" altLang="en-US" sz="1600" dirty="0"/>
              <a:t>など</a:t>
            </a:r>
            <a:endParaRPr lang="en-US" altLang="ja-JP" sz="1600" dirty="0"/>
          </a:p>
        </p:txBody>
      </p:sp>
      <p:sp>
        <p:nvSpPr>
          <p:cNvPr id="4" name="テキスト ボックス 3"/>
          <p:cNvSpPr txBox="1"/>
          <p:nvPr/>
        </p:nvSpPr>
        <p:spPr>
          <a:xfrm>
            <a:off x="2696357" y="6064228"/>
            <a:ext cx="7227518" cy="707886"/>
          </a:xfrm>
          <a:prstGeom prst="rect">
            <a:avLst/>
          </a:prstGeom>
          <a:noFill/>
          <a:ln>
            <a:solidFill>
              <a:srgbClr val="FF0000"/>
            </a:solidFill>
          </a:ln>
        </p:spPr>
        <p:txBody>
          <a:bodyPr wrap="square" rtlCol="0">
            <a:spAutoFit/>
          </a:bodyPr>
          <a:lstStyle/>
          <a:p>
            <a:pPr marL="285750" indent="-285750">
              <a:buFont typeface="Arial" panose="020B0604020202020204" pitchFamily="34" charset="0"/>
              <a:buChar char="•"/>
            </a:pPr>
            <a:r>
              <a:rPr lang="ja-JP" altLang="en-US" sz="2000" dirty="0"/>
              <a:t>［ファイル名の変更］で，名前の変更をしてみましょう。また，ファイル名に関する制限に抵触するかどうか，試してみましょう。</a:t>
            </a:r>
          </a:p>
        </p:txBody>
      </p:sp>
    </p:spTree>
    <p:extLst>
      <p:ext uri="{BB962C8B-B14F-4D97-AF65-F5344CB8AC3E}">
        <p14:creationId xmlns:p14="http://schemas.microsoft.com/office/powerpoint/2010/main" val="14924098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A98053-6CE0-2B02-586A-981122E1F0CB}"/>
              </a:ext>
            </a:extLst>
          </p:cNvPr>
          <p:cNvSpPr>
            <a:spLocks noGrp="1"/>
          </p:cNvSpPr>
          <p:nvPr>
            <p:ph type="title"/>
          </p:nvPr>
        </p:nvSpPr>
        <p:spPr/>
        <p:txBody>
          <a:bodyPr/>
          <a:lstStyle/>
          <a:p>
            <a:r>
              <a:rPr kumimoji="1" lang="ja-JP" altLang="en-US"/>
              <a:t>練習：ファイル名を変更してみましょう</a:t>
            </a:r>
          </a:p>
        </p:txBody>
      </p:sp>
      <p:sp>
        <p:nvSpPr>
          <p:cNvPr id="3" name="コンテンツ プレースホルダー 2">
            <a:extLst>
              <a:ext uri="{FF2B5EF4-FFF2-40B4-BE49-F238E27FC236}">
                <a16:creationId xmlns:a16="http://schemas.microsoft.com/office/drawing/2014/main" id="{2C8AD37C-871E-EAAF-1E3C-98D46D6930BE}"/>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34142247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拡張子の表示</a:t>
            </a:r>
          </a:p>
        </p:txBody>
      </p:sp>
      <p:sp>
        <p:nvSpPr>
          <p:cNvPr id="3" name="コンテンツ プレースホルダー 2"/>
          <p:cNvSpPr>
            <a:spLocks noGrp="1"/>
          </p:cNvSpPr>
          <p:nvPr>
            <p:ph idx="1"/>
          </p:nvPr>
        </p:nvSpPr>
        <p:spPr>
          <a:xfrm>
            <a:off x="2027390" y="1487423"/>
            <a:ext cx="7886700" cy="4351338"/>
          </a:xfrm>
        </p:spPr>
        <p:txBody>
          <a:bodyPr/>
          <a:lstStyle/>
          <a:p>
            <a:r>
              <a:rPr kumimoji="1" lang="ja-JP" altLang="en-US" dirty="0"/>
              <a:t>エクスプローラーで「表示」</a:t>
            </a:r>
            <a:r>
              <a:rPr kumimoji="1" lang="ja-JP" altLang="en-US" dirty="0" err="1"/>
              <a:t>ー</a:t>
            </a:r>
            <a:r>
              <a:rPr kumimoji="1" lang="ja-JP" altLang="en-US" dirty="0"/>
              <a:t>「表示」</a:t>
            </a:r>
            <a:r>
              <a:rPr kumimoji="1" lang="ja-JP" altLang="en-US" dirty="0" err="1"/>
              <a:t>ー</a:t>
            </a:r>
            <a:r>
              <a:rPr kumimoji="1" lang="ja-JP" altLang="en-US" dirty="0"/>
              <a:t>「ファイル名拡張子」にチェック</a:t>
            </a:r>
          </a:p>
        </p:txBody>
      </p:sp>
      <p:pic>
        <p:nvPicPr>
          <p:cNvPr id="4" name="図 3"/>
          <p:cNvPicPr>
            <a:picLocks noChangeAspect="1"/>
          </p:cNvPicPr>
          <p:nvPr/>
        </p:nvPicPr>
        <p:blipFill>
          <a:blip r:embed="rId2"/>
          <a:stretch>
            <a:fillRect/>
          </a:stretch>
        </p:blipFill>
        <p:spPr>
          <a:xfrm>
            <a:off x="5317843" y="2501135"/>
            <a:ext cx="5801095" cy="4569808"/>
          </a:xfrm>
          <a:prstGeom prst="rect">
            <a:avLst/>
          </a:prstGeom>
        </p:spPr>
      </p:pic>
      <p:sp>
        <p:nvSpPr>
          <p:cNvPr id="5" name="円/楕円 4"/>
          <p:cNvSpPr/>
          <p:nvPr/>
        </p:nvSpPr>
        <p:spPr>
          <a:xfrm>
            <a:off x="6874158" y="5500559"/>
            <a:ext cx="814192" cy="33820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6" name="円/楕円 5"/>
          <p:cNvSpPr/>
          <p:nvPr/>
        </p:nvSpPr>
        <p:spPr>
          <a:xfrm>
            <a:off x="5688904" y="5838761"/>
            <a:ext cx="814192" cy="33820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 name="円/楕円 6"/>
          <p:cNvSpPr/>
          <p:nvPr/>
        </p:nvSpPr>
        <p:spPr>
          <a:xfrm>
            <a:off x="5688904" y="2672219"/>
            <a:ext cx="814192" cy="33820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Tree>
    <p:extLst>
      <p:ext uri="{BB962C8B-B14F-4D97-AF65-F5344CB8AC3E}">
        <p14:creationId xmlns:p14="http://schemas.microsoft.com/office/powerpoint/2010/main" val="22391638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a:xfrm>
            <a:off x="831850" y="1709739"/>
            <a:ext cx="10515600" cy="2209118"/>
          </a:xfrm>
        </p:spPr>
        <p:txBody>
          <a:bodyPr/>
          <a:lstStyle/>
          <a:p>
            <a:pPr algn="ctr"/>
            <a:r>
              <a:rPr lang="ja-JP" altLang="en-US" dirty="0"/>
              <a:t>ネットワークの利用</a:t>
            </a:r>
            <a:r>
              <a:rPr lang="en-US" altLang="ja-JP" dirty="0"/>
              <a:t>(1)</a:t>
            </a:r>
            <a:endParaRPr kumimoji="1" lang="ja-JP" altLang="en-US" dirty="0"/>
          </a:p>
        </p:txBody>
      </p:sp>
      <p:sp>
        <p:nvSpPr>
          <p:cNvPr id="5" name="テキスト プレースホルダー 4"/>
          <p:cNvSpPr>
            <a:spLocks noGrp="1"/>
          </p:cNvSpPr>
          <p:nvPr>
            <p:ph type="body" idx="1"/>
          </p:nvPr>
        </p:nvSpPr>
        <p:spPr/>
        <p:txBody>
          <a:bodyPr>
            <a:normAutofit/>
          </a:bodyPr>
          <a:lstStyle/>
          <a:p>
            <a:pPr algn="ctr"/>
            <a:r>
              <a:rPr lang="ja-JP" altLang="en-US" sz="4000" dirty="0"/>
              <a:t>ネットワークの仕組みと基本</a:t>
            </a:r>
          </a:p>
        </p:txBody>
      </p:sp>
    </p:spTree>
    <p:extLst>
      <p:ext uri="{BB962C8B-B14F-4D97-AF65-F5344CB8AC3E}">
        <p14:creationId xmlns:p14="http://schemas.microsoft.com/office/powerpoint/2010/main" val="36688476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C7B5C-8CAD-9297-0883-57BBC06C8F3A}"/>
            </a:ext>
          </a:extLst>
        </p:cNvPr>
        <p:cNvGrpSpPr/>
        <p:nvPr/>
      </p:nvGrpSpPr>
      <p:grpSpPr>
        <a:xfrm>
          <a:off x="0" y="0"/>
          <a:ext cx="0" cy="0"/>
          <a:chOff x="0" y="0"/>
          <a:chExt cx="0" cy="0"/>
        </a:xfrm>
      </p:grpSpPr>
      <p:pic>
        <p:nvPicPr>
          <p:cNvPr id="46" name="Picture 2" descr="C:\Users\shinagawa\AppData\Local\Microsoft\Windows\Temporary Internet Files\Content.IE5\3NXN7VNQ\MC900432591[1].png">
            <a:extLst>
              <a:ext uri="{FF2B5EF4-FFF2-40B4-BE49-F238E27FC236}">
                <a16:creationId xmlns:a16="http://schemas.microsoft.com/office/drawing/2014/main" id="{817EDAF8-A504-B8B3-14B8-083EEE9FE6D5}"/>
              </a:ext>
            </a:extLst>
          </p:cNvPr>
          <p:cNvPicPr>
            <a:picLocks noChangeAspect="1" noChangeArrowheads="1"/>
          </p:cNvPicPr>
          <p:nvPr/>
        </p:nvPicPr>
        <p:blipFill>
          <a:blip r:embed="rId3" cstate="print"/>
          <a:srcRect/>
          <a:stretch>
            <a:fillRect/>
          </a:stretch>
        </p:blipFill>
        <p:spPr bwMode="auto">
          <a:xfrm>
            <a:off x="10615762" y="2867745"/>
            <a:ext cx="1116706" cy="1117444"/>
          </a:xfrm>
          <a:prstGeom prst="rect">
            <a:avLst/>
          </a:prstGeom>
          <a:noFill/>
          <a:ln w="9525">
            <a:noFill/>
            <a:miter lim="800000"/>
            <a:headEnd/>
            <a:tailEnd/>
          </a:ln>
        </p:spPr>
      </p:pic>
      <p:sp>
        <p:nvSpPr>
          <p:cNvPr id="6" name="直方体 5">
            <a:extLst>
              <a:ext uri="{FF2B5EF4-FFF2-40B4-BE49-F238E27FC236}">
                <a16:creationId xmlns:a16="http://schemas.microsoft.com/office/drawing/2014/main" id="{EC0816B6-6036-9FC5-35C6-DDBC632FD5A8}"/>
              </a:ext>
            </a:extLst>
          </p:cNvPr>
          <p:cNvSpPr/>
          <p:nvPr/>
        </p:nvSpPr>
        <p:spPr>
          <a:xfrm>
            <a:off x="1415480" y="1772816"/>
            <a:ext cx="7330180" cy="4608512"/>
          </a:xfrm>
          <a:prstGeom prst="cube">
            <a:avLst>
              <a:gd name="adj" fmla="val 10691"/>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ＭＳ Ｐゴシック"/>
              <a:ea typeface="ＭＳ Ｐゴシック"/>
              <a:cs typeface="+mn-cs"/>
            </a:endParaRPr>
          </a:p>
        </p:txBody>
      </p:sp>
      <p:sp>
        <p:nvSpPr>
          <p:cNvPr id="2" name="タイトル 1">
            <a:extLst>
              <a:ext uri="{FF2B5EF4-FFF2-40B4-BE49-F238E27FC236}">
                <a16:creationId xmlns:a16="http://schemas.microsoft.com/office/drawing/2014/main" id="{D453FAAF-E43A-B112-E22B-B7E83F4C23F4}"/>
              </a:ext>
            </a:extLst>
          </p:cNvPr>
          <p:cNvSpPr>
            <a:spLocks noGrp="1"/>
          </p:cNvSpPr>
          <p:nvPr>
            <p:ph type="title"/>
          </p:nvPr>
        </p:nvSpPr>
        <p:spPr>
          <a:xfrm>
            <a:off x="1630899" y="28104"/>
            <a:ext cx="9361356" cy="1143000"/>
          </a:xfrm>
        </p:spPr>
        <p:txBody>
          <a:bodyPr>
            <a:normAutofit/>
          </a:bodyPr>
          <a:lstStyle/>
          <a:p>
            <a:r>
              <a:rPr kumimoji="1" lang="ja-JP" altLang="en-US" dirty="0"/>
              <a:t>基本的なネットワーク構成</a:t>
            </a:r>
            <a:r>
              <a:rPr kumimoji="1" lang="ja-JP" altLang="en-US"/>
              <a:t>の例</a:t>
            </a:r>
            <a:r>
              <a:rPr kumimoji="1" lang="en-US" altLang="ja-JP" dirty="0"/>
              <a:t>(</a:t>
            </a:r>
            <a:r>
              <a:rPr lang="ja-JP" altLang="en-US"/>
              <a:t>復習</a:t>
            </a:r>
            <a:r>
              <a:rPr lang="en-US" altLang="ja-JP" dirty="0"/>
              <a:t>)</a:t>
            </a:r>
            <a:endParaRPr kumimoji="1" lang="ja-JP" altLang="en-US" dirty="0"/>
          </a:p>
        </p:txBody>
      </p:sp>
      <p:sp>
        <p:nvSpPr>
          <p:cNvPr id="7" name="円/楕円 6">
            <a:extLst>
              <a:ext uri="{FF2B5EF4-FFF2-40B4-BE49-F238E27FC236}">
                <a16:creationId xmlns:a16="http://schemas.microsoft.com/office/drawing/2014/main" id="{F4589D31-D72D-5E62-D524-4107E291A812}"/>
              </a:ext>
            </a:extLst>
          </p:cNvPr>
          <p:cNvSpPr/>
          <p:nvPr/>
        </p:nvSpPr>
        <p:spPr>
          <a:xfrm>
            <a:off x="4281164" y="1412776"/>
            <a:ext cx="1728192" cy="648072"/>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400" b="0" i="0" u="none" strike="noStrike" kern="1200" cap="none" spc="0" normalizeH="0" baseline="0" noProof="0" dirty="0">
                <a:ln>
                  <a:noFill/>
                </a:ln>
                <a:solidFill>
                  <a:prstClr val="black"/>
                </a:solidFill>
                <a:effectLst/>
                <a:uLnTx/>
                <a:uFillTx/>
                <a:latin typeface="HGP創英角ｺﾞｼｯｸUB"/>
                <a:ea typeface="HGP創英角ｺﾞｼｯｸUB"/>
                <a:cs typeface="Arial Unicode MS" pitchFamily="50" charset="-128"/>
              </a:rPr>
              <a:t>LAN</a:t>
            </a:r>
            <a:endParaRPr kumimoji="1" lang="ja-JP" altLang="en-US" sz="2400" b="0" i="0" u="none" strike="noStrike" kern="1200" cap="none" spc="0" normalizeH="0" baseline="0" noProof="0" dirty="0">
              <a:ln>
                <a:noFill/>
              </a:ln>
              <a:solidFill>
                <a:prstClr val="black"/>
              </a:solidFill>
              <a:effectLst/>
              <a:uLnTx/>
              <a:uFillTx/>
              <a:latin typeface="HGP創英角ｺﾞｼｯｸUB"/>
              <a:ea typeface="HGP創英角ｺﾞｼｯｸUB"/>
              <a:cs typeface="Arial Unicode MS" pitchFamily="50" charset="-128"/>
            </a:endParaRPr>
          </a:p>
        </p:txBody>
      </p:sp>
      <p:sp>
        <p:nvSpPr>
          <p:cNvPr id="8" name="直方体 7">
            <a:extLst>
              <a:ext uri="{FF2B5EF4-FFF2-40B4-BE49-F238E27FC236}">
                <a16:creationId xmlns:a16="http://schemas.microsoft.com/office/drawing/2014/main" id="{76917230-6239-74EE-FA0E-C3758959A7A4}"/>
              </a:ext>
            </a:extLst>
          </p:cNvPr>
          <p:cNvSpPr/>
          <p:nvPr/>
        </p:nvSpPr>
        <p:spPr>
          <a:xfrm>
            <a:off x="2552972" y="3068960"/>
            <a:ext cx="1728192" cy="360040"/>
          </a:xfrm>
          <a:prstGeom prst="cube">
            <a:avLst/>
          </a:prstGeom>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ＭＳ Ｐゴシック"/>
              <a:ea typeface="ＭＳ Ｐゴシック"/>
              <a:cs typeface="+mn-cs"/>
            </a:endParaRPr>
          </a:p>
        </p:txBody>
      </p:sp>
      <p:pic>
        <p:nvPicPr>
          <p:cNvPr id="5" name="Picture 2" descr="C:\Users\shinagawa\AppData\Local\Microsoft\Windows\Temporary Internet Files\Content.IE5\0CK7GTJQ\MCj04290130000[1].wmf">
            <a:extLst>
              <a:ext uri="{FF2B5EF4-FFF2-40B4-BE49-F238E27FC236}">
                <a16:creationId xmlns:a16="http://schemas.microsoft.com/office/drawing/2014/main" id="{A81F841D-832A-3420-E603-BE5CE9D5185F}"/>
              </a:ext>
            </a:extLst>
          </p:cNvPr>
          <p:cNvPicPr>
            <a:picLocks noChangeAspect="1" noChangeArrowheads="1"/>
          </p:cNvPicPr>
          <p:nvPr/>
        </p:nvPicPr>
        <p:blipFill>
          <a:blip r:embed="rId4" cstate="print"/>
          <a:srcRect/>
          <a:stretch>
            <a:fillRect/>
          </a:stretch>
        </p:blipFill>
        <p:spPr bwMode="auto">
          <a:xfrm flipH="1">
            <a:off x="6657429" y="2636912"/>
            <a:ext cx="739029" cy="1080120"/>
          </a:xfrm>
          <a:prstGeom prst="rect">
            <a:avLst/>
          </a:prstGeom>
          <a:noFill/>
          <a:ln w="9525">
            <a:noFill/>
            <a:miter lim="800000"/>
            <a:headEnd/>
            <a:tailEnd/>
          </a:ln>
        </p:spPr>
      </p:pic>
      <p:cxnSp>
        <p:nvCxnSpPr>
          <p:cNvPr id="10" name="直線コネクタ 9">
            <a:extLst>
              <a:ext uri="{FF2B5EF4-FFF2-40B4-BE49-F238E27FC236}">
                <a16:creationId xmlns:a16="http://schemas.microsoft.com/office/drawing/2014/main" id="{303163DA-18C3-EFAA-1621-4C1647C3E5FB}"/>
              </a:ext>
            </a:extLst>
          </p:cNvPr>
          <p:cNvCxnSpPr/>
          <p:nvPr/>
        </p:nvCxnSpPr>
        <p:spPr>
          <a:xfrm flipH="1">
            <a:off x="7089476" y="3284984"/>
            <a:ext cx="2088232" cy="0"/>
          </a:xfrm>
          <a:prstGeom prst="line">
            <a:avLst/>
          </a:prstGeom>
        </p:spPr>
        <p:style>
          <a:lnRef idx="3">
            <a:schemeClr val="dk1"/>
          </a:lnRef>
          <a:fillRef idx="0">
            <a:schemeClr val="dk1"/>
          </a:fillRef>
          <a:effectRef idx="2">
            <a:schemeClr val="dk1"/>
          </a:effectRef>
          <a:fontRef idx="minor">
            <a:schemeClr val="tx1"/>
          </a:fontRef>
        </p:style>
      </p:cxnSp>
      <p:cxnSp>
        <p:nvCxnSpPr>
          <p:cNvPr id="13" name="直線コネクタ 12">
            <a:extLst>
              <a:ext uri="{FF2B5EF4-FFF2-40B4-BE49-F238E27FC236}">
                <a16:creationId xmlns:a16="http://schemas.microsoft.com/office/drawing/2014/main" id="{C8A1142F-A3EF-2A5C-B5E4-83D0732BC1C2}"/>
              </a:ext>
            </a:extLst>
          </p:cNvPr>
          <p:cNvCxnSpPr>
            <a:endCxn id="8" idx="4"/>
          </p:cNvCxnSpPr>
          <p:nvPr/>
        </p:nvCxnSpPr>
        <p:spPr>
          <a:xfrm flipH="1">
            <a:off x="4191154" y="3284985"/>
            <a:ext cx="2466274" cy="9001"/>
          </a:xfrm>
          <a:prstGeom prst="line">
            <a:avLst/>
          </a:prstGeom>
        </p:spPr>
        <p:style>
          <a:lnRef idx="3">
            <a:schemeClr val="dk1"/>
          </a:lnRef>
          <a:fillRef idx="0">
            <a:schemeClr val="dk1"/>
          </a:fillRef>
          <a:effectRef idx="2">
            <a:schemeClr val="dk1"/>
          </a:effectRef>
          <a:fontRef idx="minor">
            <a:schemeClr val="tx1"/>
          </a:fontRef>
        </p:style>
      </p:cxnSp>
      <p:sp>
        <p:nvSpPr>
          <p:cNvPr id="16" name="直方体 15">
            <a:extLst>
              <a:ext uri="{FF2B5EF4-FFF2-40B4-BE49-F238E27FC236}">
                <a16:creationId xmlns:a16="http://schemas.microsoft.com/office/drawing/2014/main" id="{E628D8DB-91F2-9594-9D25-D460E282A0E3}"/>
              </a:ext>
            </a:extLst>
          </p:cNvPr>
          <p:cNvSpPr/>
          <p:nvPr/>
        </p:nvSpPr>
        <p:spPr>
          <a:xfrm>
            <a:off x="2048916" y="4869160"/>
            <a:ext cx="792088" cy="216024"/>
          </a:xfrm>
          <a:prstGeom prst="cube">
            <a:avLst/>
          </a:prstGeom>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ＭＳ Ｐゴシック"/>
              <a:ea typeface="ＭＳ Ｐゴシック"/>
              <a:cs typeface="+mn-cs"/>
            </a:endParaRPr>
          </a:p>
        </p:txBody>
      </p:sp>
      <p:sp>
        <p:nvSpPr>
          <p:cNvPr id="18" name="直方体 17">
            <a:extLst>
              <a:ext uri="{FF2B5EF4-FFF2-40B4-BE49-F238E27FC236}">
                <a16:creationId xmlns:a16="http://schemas.microsoft.com/office/drawing/2014/main" id="{455FADD9-0F8B-7200-430C-D447575F8AAB}"/>
              </a:ext>
            </a:extLst>
          </p:cNvPr>
          <p:cNvSpPr/>
          <p:nvPr/>
        </p:nvSpPr>
        <p:spPr>
          <a:xfrm>
            <a:off x="4065140" y="4869160"/>
            <a:ext cx="792088" cy="216024"/>
          </a:xfrm>
          <a:prstGeom prst="cube">
            <a:avLst/>
          </a:prstGeom>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ＭＳ Ｐゴシック"/>
              <a:ea typeface="ＭＳ Ｐゴシック"/>
              <a:cs typeface="+mn-cs"/>
            </a:endParaRPr>
          </a:p>
        </p:txBody>
      </p:sp>
      <p:sp>
        <p:nvSpPr>
          <p:cNvPr id="22" name="フリーフォーム 21">
            <a:extLst>
              <a:ext uri="{FF2B5EF4-FFF2-40B4-BE49-F238E27FC236}">
                <a16:creationId xmlns:a16="http://schemas.microsoft.com/office/drawing/2014/main" id="{39F0F820-3619-E449-D815-6725030F4B54}"/>
              </a:ext>
            </a:extLst>
          </p:cNvPr>
          <p:cNvSpPr/>
          <p:nvPr/>
        </p:nvSpPr>
        <p:spPr>
          <a:xfrm>
            <a:off x="3345060" y="3284984"/>
            <a:ext cx="3816424" cy="957188"/>
          </a:xfrm>
          <a:custGeom>
            <a:avLst/>
            <a:gdLst>
              <a:gd name="connsiteX0" fmla="*/ 508000 w 3124200"/>
              <a:gd name="connsiteY0" fmla="*/ 0 h 812800"/>
              <a:gd name="connsiteX1" fmla="*/ 0 w 3124200"/>
              <a:gd name="connsiteY1" fmla="*/ 457200 h 812800"/>
              <a:gd name="connsiteX2" fmla="*/ 3124200 w 3124200"/>
              <a:gd name="connsiteY2" fmla="*/ 457200 h 812800"/>
              <a:gd name="connsiteX3" fmla="*/ 2603500 w 3124200"/>
              <a:gd name="connsiteY3" fmla="*/ 812800 h 812800"/>
            </a:gdLst>
            <a:ahLst/>
            <a:cxnLst>
              <a:cxn ang="0">
                <a:pos x="connsiteX0" y="connsiteY0"/>
              </a:cxn>
              <a:cxn ang="0">
                <a:pos x="connsiteX1" y="connsiteY1"/>
              </a:cxn>
              <a:cxn ang="0">
                <a:pos x="connsiteX2" y="connsiteY2"/>
              </a:cxn>
              <a:cxn ang="0">
                <a:pos x="connsiteX3" y="connsiteY3"/>
              </a:cxn>
            </a:cxnLst>
            <a:rect l="l" t="t" r="r" b="b"/>
            <a:pathLst>
              <a:path w="3124200" h="812800">
                <a:moveTo>
                  <a:pt x="508000" y="0"/>
                </a:moveTo>
                <a:lnTo>
                  <a:pt x="0" y="457200"/>
                </a:lnTo>
                <a:lnTo>
                  <a:pt x="3124200" y="457200"/>
                </a:lnTo>
                <a:lnTo>
                  <a:pt x="2603500" y="812800"/>
                </a:lnTo>
              </a:path>
            </a:pathLst>
          </a:custGeom>
        </p:spPr>
        <p:style>
          <a:lnRef idx="3">
            <a:schemeClr val="dk1"/>
          </a:lnRef>
          <a:fillRef idx="0">
            <a:schemeClr val="dk1"/>
          </a:fillRef>
          <a:effectRef idx="2">
            <a:schemeClr val="dk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ＭＳ Ｐゴシック"/>
              <a:ea typeface="ＭＳ Ｐゴシック"/>
              <a:cs typeface="+mn-cs"/>
            </a:endParaRPr>
          </a:p>
        </p:txBody>
      </p:sp>
      <p:sp>
        <p:nvSpPr>
          <p:cNvPr id="25" name="フリーフォーム 24">
            <a:extLst>
              <a:ext uri="{FF2B5EF4-FFF2-40B4-BE49-F238E27FC236}">
                <a16:creationId xmlns:a16="http://schemas.microsoft.com/office/drawing/2014/main" id="{18B3F266-0348-8BCA-1CF7-FD416BBE0D85}"/>
              </a:ext>
            </a:extLst>
          </p:cNvPr>
          <p:cNvSpPr/>
          <p:nvPr/>
        </p:nvSpPr>
        <p:spPr>
          <a:xfrm>
            <a:off x="2768996" y="3356992"/>
            <a:ext cx="482600" cy="889000"/>
          </a:xfrm>
          <a:custGeom>
            <a:avLst/>
            <a:gdLst>
              <a:gd name="connsiteX0" fmla="*/ 482600 w 482600"/>
              <a:gd name="connsiteY0" fmla="*/ 0 h 889000"/>
              <a:gd name="connsiteX1" fmla="*/ 482600 w 482600"/>
              <a:gd name="connsiteY1" fmla="*/ 0 h 889000"/>
              <a:gd name="connsiteX2" fmla="*/ 12700 w 482600"/>
              <a:gd name="connsiteY2" fmla="*/ 482600 h 889000"/>
              <a:gd name="connsiteX3" fmla="*/ 406400 w 482600"/>
              <a:gd name="connsiteY3" fmla="*/ 482600 h 889000"/>
              <a:gd name="connsiteX4" fmla="*/ 0 w 482600"/>
              <a:gd name="connsiteY4" fmla="*/ 889000 h 889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600" h="889000">
                <a:moveTo>
                  <a:pt x="482600" y="0"/>
                </a:moveTo>
                <a:lnTo>
                  <a:pt x="482600" y="0"/>
                </a:lnTo>
                <a:lnTo>
                  <a:pt x="12700" y="482600"/>
                </a:lnTo>
                <a:lnTo>
                  <a:pt x="406400" y="482600"/>
                </a:lnTo>
                <a:lnTo>
                  <a:pt x="0" y="889000"/>
                </a:lnTo>
              </a:path>
            </a:pathLst>
          </a:cu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ＭＳ Ｐゴシック"/>
              <a:ea typeface="ＭＳ Ｐゴシック"/>
              <a:cs typeface="+mn-cs"/>
            </a:endParaRPr>
          </a:p>
        </p:txBody>
      </p:sp>
      <p:sp>
        <p:nvSpPr>
          <p:cNvPr id="15" name="直方体 14">
            <a:extLst>
              <a:ext uri="{FF2B5EF4-FFF2-40B4-BE49-F238E27FC236}">
                <a16:creationId xmlns:a16="http://schemas.microsoft.com/office/drawing/2014/main" id="{4E7A3363-F89D-02B5-CDC1-DCF0368560D1}"/>
              </a:ext>
            </a:extLst>
          </p:cNvPr>
          <p:cNvSpPr/>
          <p:nvPr/>
        </p:nvSpPr>
        <p:spPr>
          <a:xfrm>
            <a:off x="2480964" y="4077072"/>
            <a:ext cx="1224136" cy="255028"/>
          </a:xfrm>
          <a:prstGeom prst="cube">
            <a:avLst/>
          </a:prstGeom>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ＭＳ Ｐゴシック"/>
              <a:ea typeface="ＭＳ Ｐゴシック"/>
              <a:cs typeface="+mn-cs"/>
            </a:endParaRPr>
          </a:p>
        </p:txBody>
      </p:sp>
      <p:sp>
        <p:nvSpPr>
          <p:cNvPr id="11" name="直方体 10">
            <a:extLst>
              <a:ext uri="{FF2B5EF4-FFF2-40B4-BE49-F238E27FC236}">
                <a16:creationId xmlns:a16="http://schemas.microsoft.com/office/drawing/2014/main" id="{B3658727-565F-0504-EBB3-CBD684C2FF2B}"/>
              </a:ext>
            </a:extLst>
          </p:cNvPr>
          <p:cNvSpPr/>
          <p:nvPr/>
        </p:nvSpPr>
        <p:spPr>
          <a:xfrm>
            <a:off x="6081364" y="4149080"/>
            <a:ext cx="1224136" cy="255028"/>
          </a:xfrm>
          <a:prstGeom prst="cube">
            <a:avLst/>
          </a:prstGeom>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ＭＳ Ｐゴシック"/>
              <a:ea typeface="ＭＳ Ｐゴシック"/>
              <a:cs typeface="+mn-cs"/>
            </a:endParaRPr>
          </a:p>
        </p:txBody>
      </p:sp>
      <p:pic>
        <p:nvPicPr>
          <p:cNvPr id="28" name="Picture 2" descr="Computer">
            <a:extLst>
              <a:ext uri="{FF2B5EF4-FFF2-40B4-BE49-F238E27FC236}">
                <a16:creationId xmlns:a16="http://schemas.microsoft.com/office/drawing/2014/main" id="{E144D8CA-96E5-1F37-BBAC-C2AD425B7BC2}"/>
              </a:ext>
            </a:extLst>
          </p:cNvPr>
          <p:cNvPicPr>
            <a:picLocks noChangeAspect="1" noChangeArrowheads="1"/>
          </p:cNvPicPr>
          <p:nvPr/>
        </p:nvPicPr>
        <p:blipFill>
          <a:blip r:embed="rId5" cstate="print"/>
          <a:srcRect t="17719"/>
          <a:stretch>
            <a:fillRect/>
          </a:stretch>
        </p:blipFill>
        <p:spPr bwMode="auto">
          <a:xfrm>
            <a:off x="1717562" y="5707608"/>
            <a:ext cx="648072" cy="533243"/>
          </a:xfrm>
          <a:prstGeom prst="rect">
            <a:avLst/>
          </a:prstGeom>
          <a:noFill/>
        </p:spPr>
      </p:pic>
      <p:pic>
        <p:nvPicPr>
          <p:cNvPr id="30" name="Picture 2" descr="Computer">
            <a:extLst>
              <a:ext uri="{FF2B5EF4-FFF2-40B4-BE49-F238E27FC236}">
                <a16:creationId xmlns:a16="http://schemas.microsoft.com/office/drawing/2014/main" id="{70E237E2-B98B-33C8-F91E-833F989E5247}"/>
              </a:ext>
            </a:extLst>
          </p:cNvPr>
          <p:cNvPicPr>
            <a:picLocks noChangeAspect="1" noChangeArrowheads="1"/>
          </p:cNvPicPr>
          <p:nvPr/>
        </p:nvPicPr>
        <p:blipFill>
          <a:blip r:embed="rId5" cstate="print"/>
          <a:srcRect t="17719"/>
          <a:stretch>
            <a:fillRect/>
          </a:stretch>
        </p:blipFill>
        <p:spPr bwMode="auto">
          <a:xfrm>
            <a:off x="2603280" y="5733257"/>
            <a:ext cx="648072" cy="533243"/>
          </a:xfrm>
          <a:prstGeom prst="rect">
            <a:avLst/>
          </a:prstGeom>
          <a:noFill/>
        </p:spPr>
      </p:pic>
      <p:pic>
        <p:nvPicPr>
          <p:cNvPr id="31" name="Picture 2" descr="Computer">
            <a:extLst>
              <a:ext uri="{FF2B5EF4-FFF2-40B4-BE49-F238E27FC236}">
                <a16:creationId xmlns:a16="http://schemas.microsoft.com/office/drawing/2014/main" id="{65D1D41B-C903-44EF-2391-CB18906C65A2}"/>
              </a:ext>
            </a:extLst>
          </p:cNvPr>
          <p:cNvPicPr>
            <a:picLocks noChangeAspect="1" noChangeArrowheads="1"/>
          </p:cNvPicPr>
          <p:nvPr/>
        </p:nvPicPr>
        <p:blipFill>
          <a:blip r:embed="rId5" cstate="print"/>
          <a:srcRect t="17719"/>
          <a:stretch>
            <a:fillRect/>
          </a:stretch>
        </p:blipFill>
        <p:spPr bwMode="auto">
          <a:xfrm>
            <a:off x="3561084" y="5733257"/>
            <a:ext cx="648072" cy="533243"/>
          </a:xfrm>
          <a:prstGeom prst="rect">
            <a:avLst/>
          </a:prstGeom>
          <a:noFill/>
        </p:spPr>
      </p:pic>
      <p:pic>
        <p:nvPicPr>
          <p:cNvPr id="32" name="Picture 2" descr="Computer">
            <a:extLst>
              <a:ext uri="{FF2B5EF4-FFF2-40B4-BE49-F238E27FC236}">
                <a16:creationId xmlns:a16="http://schemas.microsoft.com/office/drawing/2014/main" id="{6633AEFC-6A26-30E1-6062-6EBCCADC0D76}"/>
              </a:ext>
            </a:extLst>
          </p:cNvPr>
          <p:cNvPicPr>
            <a:picLocks noChangeAspect="1" noChangeArrowheads="1"/>
          </p:cNvPicPr>
          <p:nvPr/>
        </p:nvPicPr>
        <p:blipFill>
          <a:blip r:embed="rId5" cstate="print"/>
          <a:srcRect t="17719"/>
          <a:stretch>
            <a:fillRect/>
          </a:stretch>
        </p:blipFill>
        <p:spPr bwMode="auto">
          <a:xfrm>
            <a:off x="4281164" y="5733257"/>
            <a:ext cx="648072" cy="533243"/>
          </a:xfrm>
          <a:prstGeom prst="rect">
            <a:avLst/>
          </a:prstGeom>
          <a:noFill/>
        </p:spPr>
      </p:pic>
      <p:cxnSp>
        <p:nvCxnSpPr>
          <p:cNvPr id="34" name="直線コネクタ 33">
            <a:extLst>
              <a:ext uri="{FF2B5EF4-FFF2-40B4-BE49-F238E27FC236}">
                <a16:creationId xmlns:a16="http://schemas.microsoft.com/office/drawing/2014/main" id="{E4DE812D-A693-67CD-B716-C0CE43F8E5F1}"/>
              </a:ext>
            </a:extLst>
          </p:cNvPr>
          <p:cNvCxnSpPr>
            <a:endCxn id="16" idx="1"/>
          </p:cNvCxnSpPr>
          <p:nvPr/>
        </p:nvCxnSpPr>
        <p:spPr>
          <a:xfrm flipH="1">
            <a:off x="2417958" y="4221088"/>
            <a:ext cx="495055" cy="70207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391CD49C-9DAF-23EA-C008-42A7DE61695C}"/>
              </a:ext>
            </a:extLst>
          </p:cNvPr>
          <p:cNvCxnSpPr>
            <a:endCxn id="18" idx="1"/>
          </p:cNvCxnSpPr>
          <p:nvPr/>
        </p:nvCxnSpPr>
        <p:spPr>
          <a:xfrm>
            <a:off x="3417069" y="4293096"/>
            <a:ext cx="1017113" cy="63007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線コネクタ 39">
            <a:extLst>
              <a:ext uri="{FF2B5EF4-FFF2-40B4-BE49-F238E27FC236}">
                <a16:creationId xmlns:a16="http://schemas.microsoft.com/office/drawing/2014/main" id="{599D5A20-F961-FAA2-B15E-4002F129D553}"/>
              </a:ext>
            </a:extLst>
          </p:cNvPr>
          <p:cNvCxnSpPr>
            <a:cxnSpLocks/>
            <a:endCxn id="28" idx="0"/>
          </p:cNvCxnSpPr>
          <p:nvPr/>
        </p:nvCxnSpPr>
        <p:spPr>
          <a:xfrm flipH="1">
            <a:off x="2041598" y="5013177"/>
            <a:ext cx="223343" cy="6944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B106FAAF-C56B-DD35-7345-56B12EA0A17A}"/>
              </a:ext>
            </a:extLst>
          </p:cNvPr>
          <p:cNvCxnSpPr/>
          <p:nvPr/>
        </p:nvCxnSpPr>
        <p:spPr>
          <a:xfrm>
            <a:off x="2552972" y="5013176"/>
            <a:ext cx="432048" cy="7920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コネクタ 44">
            <a:extLst>
              <a:ext uri="{FF2B5EF4-FFF2-40B4-BE49-F238E27FC236}">
                <a16:creationId xmlns:a16="http://schemas.microsoft.com/office/drawing/2014/main" id="{DCBA0E2A-93B6-2A62-616C-DD2CACDBB99E}"/>
              </a:ext>
            </a:extLst>
          </p:cNvPr>
          <p:cNvCxnSpPr/>
          <p:nvPr/>
        </p:nvCxnSpPr>
        <p:spPr>
          <a:xfrm flipH="1">
            <a:off x="3993132" y="5013176"/>
            <a:ext cx="288032" cy="7920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938114BD-00DB-5790-B009-A4E1FAB351F4}"/>
              </a:ext>
            </a:extLst>
          </p:cNvPr>
          <p:cNvCxnSpPr>
            <a:endCxn id="32" idx="0"/>
          </p:cNvCxnSpPr>
          <p:nvPr/>
        </p:nvCxnSpPr>
        <p:spPr>
          <a:xfrm>
            <a:off x="4497188" y="5013176"/>
            <a:ext cx="108012" cy="7200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テキスト ボックス 48">
            <a:extLst>
              <a:ext uri="{FF2B5EF4-FFF2-40B4-BE49-F238E27FC236}">
                <a16:creationId xmlns:a16="http://schemas.microsoft.com/office/drawing/2014/main" id="{81AECD5F-461E-35C1-EB5A-B31B6A41C808}"/>
              </a:ext>
            </a:extLst>
          </p:cNvPr>
          <p:cNvSpPr txBox="1"/>
          <p:nvPr/>
        </p:nvSpPr>
        <p:spPr>
          <a:xfrm>
            <a:off x="2696988" y="2636913"/>
            <a:ext cx="1224136"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2400" b="0" i="0" u="none" strike="noStrike" kern="1200" cap="none" spc="0" normalizeH="0" baseline="0" noProof="0" dirty="0">
                <a:ln>
                  <a:noFill/>
                </a:ln>
                <a:effectLst/>
                <a:uLnTx/>
                <a:uFillTx/>
                <a:latin typeface="HGP創英角ｺﾞｼｯｸUB" pitchFamily="50" charset="-128"/>
                <a:ea typeface="HGP創英角ｺﾞｼｯｸUB" pitchFamily="50" charset="-128"/>
                <a:cs typeface="+mn-cs"/>
              </a:rPr>
              <a:t>ルータ</a:t>
            </a:r>
          </a:p>
        </p:txBody>
      </p:sp>
      <p:sp>
        <p:nvSpPr>
          <p:cNvPr id="51" name="テキスト ボックス 50">
            <a:extLst>
              <a:ext uri="{FF2B5EF4-FFF2-40B4-BE49-F238E27FC236}">
                <a16:creationId xmlns:a16="http://schemas.microsoft.com/office/drawing/2014/main" id="{3381FF7C-275E-8B09-D52A-615489BC5CB3}"/>
              </a:ext>
            </a:extLst>
          </p:cNvPr>
          <p:cNvSpPr txBox="1"/>
          <p:nvPr/>
        </p:nvSpPr>
        <p:spPr>
          <a:xfrm>
            <a:off x="1630898" y="4318358"/>
            <a:ext cx="2803284"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2400" b="0" i="0" u="none" strike="noStrike" kern="1200" cap="none" spc="0" normalizeH="0" baseline="0" noProof="0" dirty="0">
                <a:ln>
                  <a:noFill/>
                </a:ln>
                <a:effectLst/>
                <a:uLnTx/>
                <a:uFillTx/>
                <a:latin typeface="HGP創英角ｺﾞｼｯｸUB" pitchFamily="50" charset="-128"/>
                <a:ea typeface="HGP創英角ｺﾞｼｯｸUB" pitchFamily="50" charset="-128"/>
                <a:cs typeface="+mn-cs"/>
              </a:rPr>
              <a:t>ネットワークハブ</a:t>
            </a:r>
          </a:p>
        </p:txBody>
      </p:sp>
      <p:pic>
        <p:nvPicPr>
          <p:cNvPr id="53" name="Picture 12" descr="MacBook air">
            <a:extLst>
              <a:ext uri="{FF2B5EF4-FFF2-40B4-BE49-F238E27FC236}">
                <a16:creationId xmlns:a16="http://schemas.microsoft.com/office/drawing/2014/main" id="{40E07855-152E-DFE8-2383-1A70F5873D8A}"/>
              </a:ext>
            </a:extLst>
          </p:cNvPr>
          <p:cNvPicPr>
            <a:picLocks noChangeAspect="1" noChangeArrowheads="1"/>
          </p:cNvPicPr>
          <p:nvPr/>
        </p:nvPicPr>
        <p:blipFill>
          <a:blip r:embed="rId6" cstate="print"/>
          <a:srcRect/>
          <a:stretch>
            <a:fillRect/>
          </a:stretch>
        </p:blipFill>
        <p:spPr bwMode="auto">
          <a:xfrm>
            <a:off x="7377508" y="5589240"/>
            <a:ext cx="792920" cy="792088"/>
          </a:xfrm>
          <a:prstGeom prst="rect">
            <a:avLst/>
          </a:prstGeom>
          <a:noFill/>
          <a:ln w="9525">
            <a:noFill/>
            <a:miter lim="800000"/>
            <a:headEnd/>
            <a:tailEnd/>
          </a:ln>
        </p:spPr>
      </p:pic>
      <p:cxnSp>
        <p:nvCxnSpPr>
          <p:cNvPr id="55" name="直線コネクタ 54">
            <a:extLst>
              <a:ext uri="{FF2B5EF4-FFF2-40B4-BE49-F238E27FC236}">
                <a16:creationId xmlns:a16="http://schemas.microsoft.com/office/drawing/2014/main" id="{B6610C4C-A4A0-53C7-9298-6C4BDF5B9D27}"/>
              </a:ext>
            </a:extLst>
          </p:cNvPr>
          <p:cNvCxnSpPr/>
          <p:nvPr/>
        </p:nvCxnSpPr>
        <p:spPr>
          <a:xfrm>
            <a:off x="4713212" y="5013176"/>
            <a:ext cx="504056"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52" name="Picture 5" descr="C:\Users\shinagawa\AppData\Local\Microsoft\Windows\Temporary Internet Files\Content.IE5\QXN8PMU6\MC900432567[1].png">
            <a:extLst>
              <a:ext uri="{FF2B5EF4-FFF2-40B4-BE49-F238E27FC236}">
                <a16:creationId xmlns:a16="http://schemas.microsoft.com/office/drawing/2014/main" id="{637C0546-08E6-6DB2-F81F-59608B9B826F}"/>
              </a:ext>
            </a:extLst>
          </p:cNvPr>
          <p:cNvPicPr>
            <a:picLocks noChangeAspect="1" noChangeArrowheads="1"/>
          </p:cNvPicPr>
          <p:nvPr/>
        </p:nvPicPr>
        <p:blipFill>
          <a:blip r:embed="rId7" cstate="print">
            <a:lum bright="-20000"/>
          </a:blip>
          <a:srcRect/>
          <a:stretch>
            <a:fillRect/>
          </a:stretch>
        </p:blipFill>
        <p:spPr bwMode="auto">
          <a:xfrm>
            <a:off x="4929236" y="4653136"/>
            <a:ext cx="1135876" cy="1135876"/>
          </a:xfrm>
          <a:prstGeom prst="rect">
            <a:avLst/>
          </a:prstGeom>
          <a:noFill/>
        </p:spPr>
      </p:pic>
      <p:sp>
        <p:nvSpPr>
          <p:cNvPr id="57" name="フリーフォーム 56">
            <a:extLst>
              <a:ext uri="{FF2B5EF4-FFF2-40B4-BE49-F238E27FC236}">
                <a16:creationId xmlns:a16="http://schemas.microsoft.com/office/drawing/2014/main" id="{4F546EF2-9F94-20FC-D79B-8095BB39AD3A}"/>
              </a:ext>
            </a:extLst>
          </p:cNvPr>
          <p:cNvSpPr/>
          <p:nvPr/>
        </p:nvSpPr>
        <p:spPr>
          <a:xfrm rot="15034290">
            <a:off x="6177997" y="5428540"/>
            <a:ext cx="584200" cy="736600"/>
          </a:xfrm>
          <a:custGeom>
            <a:avLst/>
            <a:gdLst>
              <a:gd name="connsiteX0" fmla="*/ 546100 w 584200"/>
              <a:gd name="connsiteY0" fmla="*/ 0 h 736600"/>
              <a:gd name="connsiteX1" fmla="*/ 152400 w 584200"/>
              <a:gd name="connsiteY1" fmla="*/ 355600 h 736600"/>
              <a:gd name="connsiteX2" fmla="*/ 444500 w 584200"/>
              <a:gd name="connsiteY2" fmla="*/ 330200 h 736600"/>
              <a:gd name="connsiteX3" fmla="*/ 0 w 584200"/>
              <a:gd name="connsiteY3" fmla="*/ 736600 h 736600"/>
              <a:gd name="connsiteX4" fmla="*/ 584200 w 584200"/>
              <a:gd name="connsiteY4" fmla="*/ 292100 h 736600"/>
              <a:gd name="connsiteX5" fmla="*/ 304800 w 584200"/>
              <a:gd name="connsiteY5" fmla="*/ 292100 h 736600"/>
              <a:gd name="connsiteX6" fmla="*/ 546100 w 584200"/>
              <a:gd name="connsiteY6" fmla="*/ 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4200" h="736600">
                <a:moveTo>
                  <a:pt x="546100" y="0"/>
                </a:moveTo>
                <a:lnTo>
                  <a:pt x="152400" y="355600"/>
                </a:lnTo>
                <a:lnTo>
                  <a:pt x="444500" y="330200"/>
                </a:lnTo>
                <a:lnTo>
                  <a:pt x="0" y="736600"/>
                </a:lnTo>
                <a:lnTo>
                  <a:pt x="584200" y="292100"/>
                </a:lnTo>
                <a:lnTo>
                  <a:pt x="304800" y="292100"/>
                </a:lnTo>
                <a:lnTo>
                  <a:pt x="546100" y="0"/>
                </a:lnTo>
                <a:close/>
              </a:path>
            </a:pathLst>
          </a:custGeom>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ＭＳ Ｐゴシック"/>
              <a:ea typeface="ＭＳ Ｐゴシック"/>
              <a:cs typeface="+mn-cs"/>
            </a:endParaRPr>
          </a:p>
        </p:txBody>
      </p:sp>
      <p:cxnSp>
        <p:nvCxnSpPr>
          <p:cNvPr id="59" name="直線コネクタ 58">
            <a:extLst>
              <a:ext uri="{FF2B5EF4-FFF2-40B4-BE49-F238E27FC236}">
                <a16:creationId xmlns:a16="http://schemas.microsoft.com/office/drawing/2014/main" id="{22E27111-EE10-CC5F-F092-7A553FFDDCD7}"/>
              </a:ext>
            </a:extLst>
          </p:cNvPr>
          <p:cNvCxnSpPr/>
          <p:nvPr/>
        </p:nvCxnSpPr>
        <p:spPr>
          <a:xfrm>
            <a:off x="7017468" y="4293096"/>
            <a:ext cx="360040" cy="50405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線コネクタ 60">
            <a:extLst>
              <a:ext uri="{FF2B5EF4-FFF2-40B4-BE49-F238E27FC236}">
                <a16:creationId xmlns:a16="http://schemas.microsoft.com/office/drawing/2014/main" id="{975C521F-DCD7-5ECD-BB1D-9DA8FFB1B3C3}"/>
              </a:ext>
            </a:extLst>
          </p:cNvPr>
          <p:cNvCxnSpPr/>
          <p:nvPr/>
        </p:nvCxnSpPr>
        <p:spPr>
          <a:xfrm flipH="1">
            <a:off x="6585420" y="4293096"/>
            <a:ext cx="72008" cy="50405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26" name="Picture 14" descr="j0197438[1]">
            <a:extLst>
              <a:ext uri="{FF2B5EF4-FFF2-40B4-BE49-F238E27FC236}">
                <a16:creationId xmlns:a16="http://schemas.microsoft.com/office/drawing/2014/main" id="{F5DA528F-9B1E-F989-7D9E-46755C87650F}"/>
              </a:ext>
            </a:extLst>
          </p:cNvPr>
          <p:cNvPicPr>
            <a:picLocks noChangeAspect="1" noChangeArrowheads="1"/>
          </p:cNvPicPr>
          <p:nvPr/>
        </p:nvPicPr>
        <p:blipFill>
          <a:blip r:embed="rId8" cstate="print"/>
          <a:srcRect/>
          <a:stretch>
            <a:fillRect/>
          </a:stretch>
        </p:blipFill>
        <p:spPr bwMode="auto">
          <a:xfrm>
            <a:off x="6369397" y="4653136"/>
            <a:ext cx="562033" cy="792088"/>
          </a:xfrm>
          <a:prstGeom prst="rect">
            <a:avLst/>
          </a:prstGeom>
          <a:noFill/>
          <a:ln w="9525">
            <a:noFill/>
            <a:miter lim="800000"/>
            <a:headEnd/>
            <a:tailEnd/>
          </a:ln>
        </p:spPr>
      </p:pic>
      <p:pic>
        <p:nvPicPr>
          <p:cNvPr id="27" name="Picture 14" descr="j0197438[1]">
            <a:extLst>
              <a:ext uri="{FF2B5EF4-FFF2-40B4-BE49-F238E27FC236}">
                <a16:creationId xmlns:a16="http://schemas.microsoft.com/office/drawing/2014/main" id="{1E2807EF-AF57-C82D-09C5-1BEF34AC97FD}"/>
              </a:ext>
            </a:extLst>
          </p:cNvPr>
          <p:cNvPicPr>
            <a:picLocks noChangeAspect="1" noChangeArrowheads="1"/>
          </p:cNvPicPr>
          <p:nvPr/>
        </p:nvPicPr>
        <p:blipFill>
          <a:blip r:embed="rId8" cstate="print"/>
          <a:srcRect/>
          <a:stretch>
            <a:fillRect/>
          </a:stretch>
        </p:blipFill>
        <p:spPr bwMode="auto">
          <a:xfrm>
            <a:off x="7089477" y="4653136"/>
            <a:ext cx="562033" cy="792088"/>
          </a:xfrm>
          <a:prstGeom prst="rect">
            <a:avLst/>
          </a:prstGeom>
          <a:noFill/>
          <a:ln w="9525">
            <a:noFill/>
            <a:miter lim="800000"/>
            <a:headEnd/>
            <a:tailEnd/>
          </a:ln>
        </p:spPr>
      </p:pic>
      <p:sp>
        <p:nvSpPr>
          <p:cNvPr id="63" name="テキスト ボックス 62">
            <a:extLst>
              <a:ext uri="{FF2B5EF4-FFF2-40B4-BE49-F238E27FC236}">
                <a16:creationId xmlns:a16="http://schemas.microsoft.com/office/drawing/2014/main" id="{37E25595-F8E8-B031-C19C-01EEC693B7AC}"/>
              </a:ext>
            </a:extLst>
          </p:cNvPr>
          <p:cNvSpPr txBox="1"/>
          <p:nvPr/>
        </p:nvSpPr>
        <p:spPr>
          <a:xfrm>
            <a:off x="5937348" y="2276873"/>
            <a:ext cx="2592288"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2400" b="0" i="0" u="none" strike="noStrike" kern="1200" cap="none" spc="0" normalizeH="0" baseline="0" noProof="0" dirty="0">
                <a:ln>
                  <a:noFill/>
                </a:ln>
                <a:effectLst/>
                <a:uLnTx/>
                <a:uFillTx/>
                <a:latin typeface="HGP創英角ｺﾞｼｯｸUB" pitchFamily="50" charset="-128"/>
                <a:ea typeface="HGP創英角ｺﾞｼｯｸUB" pitchFamily="50" charset="-128"/>
                <a:cs typeface="+mn-cs"/>
              </a:rPr>
              <a:t>ファイアウォール</a:t>
            </a:r>
          </a:p>
        </p:txBody>
      </p:sp>
      <p:pic>
        <p:nvPicPr>
          <p:cNvPr id="64" name="Picture 17" descr="Hospital">
            <a:extLst>
              <a:ext uri="{FF2B5EF4-FFF2-40B4-BE49-F238E27FC236}">
                <a16:creationId xmlns:a16="http://schemas.microsoft.com/office/drawing/2014/main" id="{0A421490-9462-1C37-63B1-B544EFC7FAED}"/>
              </a:ext>
            </a:extLst>
          </p:cNvPr>
          <p:cNvPicPr>
            <a:picLocks noChangeAspect="1" noChangeArrowheads="1"/>
          </p:cNvPicPr>
          <p:nvPr/>
        </p:nvPicPr>
        <p:blipFill>
          <a:blip r:embed="rId9" cstate="print"/>
          <a:srcRect/>
          <a:stretch>
            <a:fillRect/>
          </a:stretch>
        </p:blipFill>
        <p:spPr bwMode="auto">
          <a:xfrm>
            <a:off x="752772" y="1027088"/>
            <a:ext cx="1584176" cy="1584176"/>
          </a:xfrm>
          <a:prstGeom prst="rect">
            <a:avLst/>
          </a:prstGeom>
          <a:noFill/>
          <a:ln w="9525">
            <a:noFill/>
            <a:miter lim="800000"/>
            <a:headEnd/>
            <a:tailEnd/>
          </a:ln>
        </p:spPr>
      </p:pic>
      <p:sp>
        <p:nvSpPr>
          <p:cNvPr id="65" name="テキスト ボックス 64">
            <a:extLst>
              <a:ext uri="{FF2B5EF4-FFF2-40B4-BE49-F238E27FC236}">
                <a16:creationId xmlns:a16="http://schemas.microsoft.com/office/drawing/2014/main" id="{9B67E9BA-98C4-E878-85EF-09193DEDE651}"/>
              </a:ext>
            </a:extLst>
          </p:cNvPr>
          <p:cNvSpPr txBox="1"/>
          <p:nvPr/>
        </p:nvSpPr>
        <p:spPr>
          <a:xfrm>
            <a:off x="7161484" y="4149081"/>
            <a:ext cx="1152128"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2400" b="0" i="0" u="none" strike="noStrike" kern="1200" cap="none" spc="0" normalizeH="0" baseline="0" noProof="0" dirty="0">
                <a:ln>
                  <a:noFill/>
                </a:ln>
                <a:effectLst/>
                <a:uLnTx/>
                <a:uFillTx/>
                <a:latin typeface="HGP創英角ｺﾞｼｯｸUB" pitchFamily="50" charset="-128"/>
                <a:ea typeface="HGP創英角ｺﾞｼｯｸUB" pitchFamily="50" charset="-128"/>
                <a:cs typeface="+mn-cs"/>
              </a:rPr>
              <a:t>サーバ</a:t>
            </a:r>
          </a:p>
        </p:txBody>
      </p:sp>
      <p:pic>
        <p:nvPicPr>
          <p:cNvPr id="4" name="Picture 2" descr="Internet">
            <a:extLst>
              <a:ext uri="{FF2B5EF4-FFF2-40B4-BE49-F238E27FC236}">
                <a16:creationId xmlns:a16="http://schemas.microsoft.com/office/drawing/2014/main" id="{3BFFC1C6-A827-275B-1684-E4CEBCBE73FB}"/>
              </a:ext>
            </a:extLst>
          </p:cNvPr>
          <p:cNvPicPr>
            <a:picLocks noChangeAspect="1" noChangeArrowheads="1"/>
          </p:cNvPicPr>
          <p:nvPr/>
        </p:nvPicPr>
        <p:blipFill>
          <a:blip r:embed="rId10" cstate="print"/>
          <a:srcRect/>
          <a:stretch>
            <a:fillRect/>
          </a:stretch>
        </p:blipFill>
        <p:spPr bwMode="auto">
          <a:xfrm>
            <a:off x="8961684" y="2708920"/>
            <a:ext cx="1152128" cy="1152128"/>
          </a:xfrm>
          <a:prstGeom prst="rect">
            <a:avLst/>
          </a:prstGeom>
          <a:noFill/>
        </p:spPr>
      </p:pic>
      <p:sp>
        <p:nvSpPr>
          <p:cNvPr id="66" name="テキスト ボックス 65">
            <a:extLst>
              <a:ext uri="{FF2B5EF4-FFF2-40B4-BE49-F238E27FC236}">
                <a16:creationId xmlns:a16="http://schemas.microsoft.com/office/drawing/2014/main" id="{4AEF7C4E-980A-FF31-5515-EA85720E281A}"/>
              </a:ext>
            </a:extLst>
          </p:cNvPr>
          <p:cNvSpPr txBox="1"/>
          <p:nvPr/>
        </p:nvSpPr>
        <p:spPr>
          <a:xfrm>
            <a:off x="1904900" y="5157193"/>
            <a:ext cx="2808312"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2400" b="0" i="0" u="none" strike="noStrike" kern="1200" cap="none" spc="0" normalizeH="0" baseline="0" noProof="0" dirty="0">
                <a:ln>
                  <a:noFill/>
                </a:ln>
                <a:effectLst/>
                <a:uLnTx/>
                <a:uFillTx/>
                <a:latin typeface="HGP創英角ｺﾞｼｯｸUB" pitchFamily="50" charset="-128"/>
                <a:ea typeface="HGP創英角ｺﾞｼｯｸUB" pitchFamily="50" charset="-128"/>
                <a:cs typeface="+mn-cs"/>
              </a:rPr>
              <a:t>ネットワークケーブル</a:t>
            </a:r>
          </a:p>
        </p:txBody>
      </p:sp>
      <p:sp>
        <p:nvSpPr>
          <p:cNvPr id="67" name="テキスト ボックス 66">
            <a:extLst>
              <a:ext uri="{FF2B5EF4-FFF2-40B4-BE49-F238E27FC236}">
                <a16:creationId xmlns:a16="http://schemas.microsoft.com/office/drawing/2014/main" id="{9CEA25D7-F79D-E82F-B0D6-D96E9ADD42AB}"/>
              </a:ext>
            </a:extLst>
          </p:cNvPr>
          <p:cNvSpPr txBox="1"/>
          <p:nvPr/>
        </p:nvSpPr>
        <p:spPr>
          <a:xfrm>
            <a:off x="5392157" y="5932975"/>
            <a:ext cx="2088232"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2400" b="0" i="0" u="none" strike="noStrike" kern="1200" cap="none" spc="0" normalizeH="0" baseline="0" noProof="0" dirty="0">
                <a:ln>
                  <a:noFill/>
                </a:ln>
                <a:effectLst/>
                <a:uLnTx/>
                <a:uFillTx/>
                <a:latin typeface="HGP創英角ｺﾞｼｯｸUB" pitchFamily="50" charset="-128"/>
                <a:ea typeface="HGP創英角ｺﾞｼｯｸUB" pitchFamily="50" charset="-128"/>
                <a:cs typeface="+mn-cs"/>
              </a:rPr>
              <a:t>無線</a:t>
            </a:r>
            <a:r>
              <a:rPr kumimoji="1" lang="en-US" altLang="ja-JP" sz="2400" b="0" i="0" u="none" strike="noStrike" kern="1200" cap="none" spc="0" normalizeH="0" baseline="0" noProof="0" dirty="0">
                <a:ln>
                  <a:noFill/>
                </a:ln>
                <a:effectLst/>
                <a:uLnTx/>
                <a:uFillTx/>
                <a:latin typeface="HGP創英角ｺﾞｼｯｸUB" pitchFamily="50" charset="-128"/>
                <a:ea typeface="HGP創英角ｺﾞｼｯｸUB" pitchFamily="50" charset="-128"/>
                <a:cs typeface="+mn-cs"/>
              </a:rPr>
              <a:t>LAN</a:t>
            </a:r>
            <a:endParaRPr kumimoji="1" lang="ja-JP" altLang="en-US" sz="2400" b="0" i="0" u="none" strike="noStrike" kern="1200" cap="none" spc="0" normalizeH="0" baseline="0" noProof="0" dirty="0">
              <a:ln>
                <a:noFill/>
              </a:ln>
              <a:effectLst/>
              <a:uLnTx/>
              <a:uFillTx/>
              <a:latin typeface="HGP創英角ｺﾞｼｯｸUB" pitchFamily="50" charset="-128"/>
              <a:ea typeface="HGP創英角ｺﾞｼｯｸUB" pitchFamily="50" charset="-128"/>
              <a:cs typeface="+mn-cs"/>
            </a:endParaRPr>
          </a:p>
        </p:txBody>
      </p:sp>
      <p:sp>
        <p:nvSpPr>
          <p:cNvPr id="43" name="テキスト ボックス 42">
            <a:extLst>
              <a:ext uri="{FF2B5EF4-FFF2-40B4-BE49-F238E27FC236}">
                <a16:creationId xmlns:a16="http://schemas.microsoft.com/office/drawing/2014/main" id="{23C90B15-C72F-10A4-B062-847FC6D67BE2}"/>
              </a:ext>
            </a:extLst>
          </p:cNvPr>
          <p:cNvSpPr txBox="1"/>
          <p:nvPr/>
        </p:nvSpPr>
        <p:spPr>
          <a:xfrm>
            <a:off x="8673652" y="3819818"/>
            <a:ext cx="1728192" cy="400110"/>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2000" b="0" i="0" u="none" strike="noStrike" kern="1200" cap="none" spc="0" normalizeH="0" baseline="0" noProof="0" dirty="0">
                <a:ln>
                  <a:noFill/>
                </a:ln>
                <a:effectLst/>
                <a:uLnTx/>
                <a:uFillTx/>
                <a:latin typeface="HGP創英角ｺﾞｼｯｸUB" pitchFamily="50" charset="-128"/>
                <a:ea typeface="HGP創英角ｺﾞｼｯｸUB" pitchFamily="50" charset="-128"/>
                <a:cs typeface="+mn-cs"/>
              </a:rPr>
              <a:t>インターネット</a:t>
            </a:r>
          </a:p>
        </p:txBody>
      </p:sp>
      <p:sp>
        <p:nvSpPr>
          <p:cNvPr id="44" name="テキスト ボックス 43">
            <a:extLst>
              <a:ext uri="{FF2B5EF4-FFF2-40B4-BE49-F238E27FC236}">
                <a16:creationId xmlns:a16="http://schemas.microsoft.com/office/drawing/2014/main" id="{D2E3EBD9-2D4F-48D5-F5E6-36285CEC1557}"/>
              </a:ext>
            </a:extLst>
          </p:cNvPr>
          <p:cNvSpPr txBox="1"/>
          <p:nvPr/>
        </p:nvSpPr>
        <p:spPr>
          <a:xfrm>
            <a:off x="10286890" y="3819818"/>
            <a:ext cx="1922677" cy="400110"/>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2000" b="0" i="0" u="none" strike="noStrike" kern="1200" cap="none" spc="0" normalizeH="0" baseline="0" noProof="0" dirty="0">
                <a:ln>
                  <a:noFill/>
                </a:ln>
                <a:effectLst/>
                <a:uLnTx/>
                <a:uFillTx/>
                <a:latin typeface="HGP創英角ｺﾞｼｯｸUB" pitchFamily="50" charset="-128"/>
                <a:ea typeface="HGP創英角ｺﾞｼｯｸUB" pitchFamily="50" charset="-128"/>
                <a:cs typeface="+mn-cs"/>
              </a:rPr>
              <a:t>クラウドサービス</a:t>
            </a:r>
          </a:p>
        </p:txBody>
      </p:sp>
      <p:sp>
        <p:nvSpPr>
          <p:cNvPr id="3" name="テキスト ボックス 2">
            <a:extLst>
              <a:ext uri="{FF2B5EF4-FFF2-40B4-BE49-F238E27FC236}">
                <a16:creationId xmlns:a16="http://schemas.microsoft.com/office/drawing/2014/main" id="{D7B09FD6-66FA-D0C6-4E36-0F28172773A3}"/>
              </a:ext>
            </a:extLst>
          </p:cNvPr>
          <p:cNvSpPr txBox="1"/>
          <p:nvPr/>
        </p:nvSpPr>
        <p:spPr>
          <a:xfrm>
            <a:off x="2345217" y="6143624"/>
            <a:ext cx="2431734"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2400" b="0" i="0" u="none" strike="noStrike" kern="1200" cap="none" spc="0" normalizeH="0" baseline="0" noProof="0" dirty="0">
                <a:ln>
                  <a:noFill/>
                </a:ln>
                <a:effectLst/>
                <a:uLnTx/>
                <a:uFillTx/>
                <a:latin typeface="HGP創英角ｺﾞｼｯｸUB" pitchFamily="50" charset="-128"/>
                <a:ea typeface="HGP創英角ｺﾞｼｯｸUB" pitchFamily="50" charset="-128"/>
                <a:cs typeface="+mn-cs"/>
              </a:rPr>
              <a:t>クライアント</a:t>
            </a:r>
          </a:p>
        </p:txBody>
      </p:sp>
    </p:spTree>
    <p:extLst>
      <p:ext uri="{BB962C8B-B14F-4D97-AF65-F5344CB8AC3E}">
        <p14:creationId xmlns:p14="http://schemas.microsoft.com/office/powerpoint/2010/main" val="36210831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ドメインと</a:t>
            </a:r>
            <a:r>
              <a:rPr kumimoji="1" lang="en-US" altLang="ja-JP" dirty="0"/>
              <a:t>IP</a:t>
            </a:r>
            <a:r>
              <a:rPr kumimoji="1" lang="ja-JP" altLang="en-US" dirty="0"/>
              <a:t>アドレス（再度）</a:t>
            </a:r>
          </a:p>
        </p:txBody>
      </p:sp>
      <p:sp>
        <p:nvSpPr>
          <p:cNvPr id="3" name="コンテンツ プレースホルダー 2"/>
          <p:cNvSpPr>
            <a:spLocks noGrp="1"/>
          </p:cNvSpPr>
          <p:nvPr>
            <p:ph idx="1"/>
          </p:nvPr>
        </p:nvSpPr>
        <p:spPr>
          <a:xfrm>
            <a:off x="838199" y="1575303"/>
            <a:ext cx="10324605" cy="4997513"/>
          </a:xfrm>
        </p:spPr>
        <p:txBody>
          <a:bodyPr>
            <a:normAutofit fontScale="92500" lnSpcReduction="10000"/>
          </a:bodyPr>
          <a:lstStyle/>
          <a:p>
            <a:pPr>
              <a:lnSpc>
                <a:spcPct val="120000"/>
              </a:lnSpc>
            </a:pPr>
            <a:r>
              <a:rPr kumimoji="1" lang="en-US" altLang="ja-JP" dirty="0"/>
              <a:t>IP</a:t>
            </a:r>
            <a:r>
              <a:rPr kumimoji="1" lang="ja-JP" altLang="en-US" dirty="0"/>
              <a:t>（</a:t>
            </a:r>
            <a:r>
              <a:rPr kumimoji="1" lang="en-US" altLang="ja-JP" dirty="0"/>
              <a:t>Internet Protocol</a:t>
            </a:r>
            <a:r>
              <a:rPr kumimoji="1" lang="ja-JP" altLang="en-US" dirty="0"/>
              <a:t>）アドレス</a:t>
            </a:r>
            <a:endParaRPr kumimoji="1" lang="en-US" altLang="ja-JP" dirty="0"/>
          </a:p>
          <a:p>
            <a:pPr lvl="1">
              <a:lnSpc>
                <a:spcPct val="120000"/>
              </a:lnSpc>
            </a:pPr>
            <a:r>
              <a:rPr kumimoji="1" lang="en-US" altLang="ja-JP" dirty="0"/>
              <a:t>32</a:t>
            </a:r>
            <a:r>
              <a:rPr kumimoji="1" lang="ja-JP" altLang="en-US" dirty="0"/>
              <a:t>ビット（</a:t>
            </a:r>
            <a:r>
              <a:rPr kumimoji="1" lang="en-US" altLang="ja-JP" dirty="0"/>
              <a:t>IPv4</a:t>
            </a:r>
            <a:r>
              <a:rPr kumimoji="1" lang="ja-JP" altLang="en-US" dirty="0"/>
              <a:t>）または</a:t>
            </a:r>
            <a:r>
              <a:rPr kumimoji="1" lang="en-US" altLang="ja-JP" dirty="0"/>
              <a:t>128</a:t>
            </a:r>
            <a:r>
              <a:rPr kumimoji="1" lang="ja-JP" altLang="en-US" dirty="0"/>
              <a:t>ビット（</a:t>
            </a:r>
            <a:r>
              <a:rPr kumimoji="1" lang="en-US" altLang="ja-JP" dirty="0"/>
              <a:t>IPv6</a:t>
            </a:r>
            <a:r>
              <a:rPr kumimoji="1" lang="ja-JP" altLang="en-US" dirty="0"/>
              <a:t>）でインターネットにつながった各機器を区別</a:t>
            </a:r>
            <a:endParaRPr kumimoji="1" lang="en-US" altLang="ja-JP" dirty="0"/>
          </a:p>
          <a:p>
            <a:pPr lvl="2">
              <a:lnSpc>
                <a:spcPct val="120000"/>
              </a:lnSpc>
            </a:pPr>
            <a:r>
              <a:rPr kumimoji="1" lang="ja-JP" altLang="en-US" dirty="0"/>
              <a:t>インターネットに対しては，イントラネットの代表アドレスでアクセスすること</a:t>
            </a:r>
            <a:r>
              <a:rPr kumimoji="1" lang="ja-JP" altLang="en-US"/>
              <a:t>がほとんど</a:t>
            </a:r>
            <a:br>
              <a:rPr kumimoji="1" lang="en-US" altLang="ja-JP" dirty="0"/>
            </a:br>
            <a:r>
              <a:rPr kumimoji="1" lang="ja-JP" altLang="en-US"/>
              <a:t>（</a:t>
            </a:r>
            <a:r>
              <a:rPr kumimoji="1" lang="ja-JP" altLang="en-US" dirty="0"/>
              <a:t>外部からはイントラネットの個々のアドレスは見えない）</a:t>
            </a:r>
            <a:endParaRPr kumimoji="1" lang="en-US" altLang="ja-JP" dirty="0"/>
          </a:p>
          <a:p>
            <a:pPr lvl="2">
              <a:lnSpc>
                <a:spcPct val="120000"/>
              </a:lnSpc>
            </a:pPr>
            <a:r>
              <a:rPr kumimoji="1" lang="en-US" altLang="ja-JP" dirty="0"/>
              <a:t>IP</a:t>
            </a:r>
            <a:r>
              <a:rPr kumimoji="1" lang="ja-JP" altLang="en-US" dirty="0"/>
              <a:t>アドレス以外に，ネットワーク接続機器に付与された「</a:t>
            </a:r>
            <a:r>
              <a:rPr kumimoji="1" lang="en-US" altLang="ja-JP" dirty="0"/>
              <a:t>MAC</a:t>
            </a:r>
            <a:r>
              <a:rPr kumimoji="1" lang="ja-JP" altLang="en-US" dirty="0"/>
              <a:t>アドレス」という</a:t>
            </a:r>
            <a:r>
              <a:rPr kumimoji="1" lang="en-US" altLang="ja-JP" dirty="0"/>
              <a:t>48</a:t>
            </a:r>
            <a:r>
              <a:rPr kumimoji="1" lang="ja-JP" altLang="en-US" dirty="0"/>
              <a:t>ビットの情報も（通常は意識しなくても良い）</a:t>
            </a:r>
            <a:endParaRPr kumimoji="1" lang="en-US" altLang="ja-JP" dirty="0"/>
          </a:p>
          <a:p>
            <a:pPr lvl="2">
              <a:lnSpc>
                <a:spcPct val="120000"/>
              </a:lnSpc>
            </a:pPr>
            <a:endParaRPr lang="en-US" altLang="ja-JP" sz="1100" dirty="0"/>
          </a:p>
          <a:p>
            <a:pPr lvl="1">
              <a:lnSpc>
                <a:spcPct val="120000"/>
              </a:lnSpc>
            </a:pPr>
            <a:r>
              <a:rPr kumimoji="1" lang="en-US" altLang="ja-JP" dirty="0"/>
              <a:t>IP</a:t>
            </a:r>
            <a:r>
              <a:rPr kumimoji="1" lang="ja-JP" altLang="en-US" dirty="0"/>
              <a:t>アドレスから，持ち主の情報</a:t>
            </a:r>
            <a:r>
              <a:rPr kumimoji="1" lang="ja-JP" altLang="en-US"/>
              <a:t>が分かる</a:t>
            </a:r>
            <a:endParaRPr lang="en-US" altLang="ja-JP" dirty="0"/>
          </a:p>
          <a:p>
            <a:pPr>
              <a:lnSpc>
                <a:spcPct val="120000"/>
              </a:lnSpc>
            </a:pPr>
            <a:r>
              <a:rPr lang="ja-JP" altLang="en-US"/>
              <a:t>ドメイン</a:t>
            </a:r>
            <a:r>
              <a:rPr lang="en-US" altLang="ja-JP" dirty="0"/>
              <a:t>: </a:t>
            </a:r>
            <a:r>
              <a:rPr lang="en-US" altLang="ja-JP" dirty="0">
                <a:latin typeface="+mn-ea"/>
              </a:rPr>
              <a:t>IP</a:t>
            </a:r>
            <a:r>
              <a:rPr lang="ja-JP" altLang="en-US">
                <a:latin typeface="+mn-ea"/>
              </a:rPr>
              <a:t>アドレスの代わりに人間にも理解しやすい単語をあてはめたもの</a:t>
            </a:r>
            <a:endParaRPr lang="en-US" altLang="ja-JP" dirty="0">
              <a:latin typeface="+mn-ea"/>
            </a:endParaRPr>
          </a:p>
          <a:p>
            <a:pPr lvl="1">
              <a:lnSpc>
                <a:spcPct val="120000"/>
              </a:lnSpc>
            </a:pPr>
            <a:r>
              <a:rPr lang="en-US" altLang="ja-JP" dirty="0" err="1"/>
              <a:t>www.oita-nhs.ac.jp</a:t>
            </a:r>
            <a:r>
              <a:rPr lang="ja-JP" altLang="en-US"/>
              <a:t>　</a:t>
            </a:r>
            <a:r>
              <a:rPr lang="en-US" altLang="ja-JP" dirty="0"/>
              <a:t> </a:t>
            </a:r>
            <a:r>
              <a:rPr lang="ja-JP" altLang="en-US"/>
              <a:t>など「ホスト名」，「組織名」，「組織属性」，「国」を表現</a:t>
            </a:r>
            <a:endParaRPr lang="en-US" altLang="ja-JP" dirty="0"/>
          </a:p>
          <a:p>
            <a:pPr lvl="2">
              <a:lnSpc>
                <a:spcPct val="120000"/>
              </a:lnSpc>
            </a:pPr>
            <a:r>
              <a:rPr lang="ja-JP" altLang="en-US"/>
              <a:t>アメリカのみ「属性＋国」で（</a:t>
            </a:r>
            <a:r>
              <a:rPr lang="en-US" altLang="ja-JP" dirty="0" err="1"/>
              <a:t>com,edu,gov</a:t>
            </a:r>
            <a:r>
              <a:rPr lang="en-US" altLang="ja-JP" dirty="0"/>
              <a:t> </a:t>
            </a:r>
            <a:r>
              <a:rPr lang="ja-JP" altLang="en-US"/>
              <a:t>など）</a:t>
            </a:r>
            <a:endParaRPr lang="en-US" altLang="ja-JP" dirty="0"/>
          </a:p>
          <a:p>
            <a:pPr lvl="2">
              <a:lnSpc>
                <a:spcPct val="120000"/>
              </a:lnSpc>
            </a:pPr>
            <a:r>
              <a:rPr lang="ja-JP" altLang="en-US"/>
              <a:t>最近はこのパターン以外もあり</a:t>
            </a:r>
            <a:endParaRPr lang="en-US" altLang="ja-JP" dirty="0"/>
          </a:p>
        </p:txBody>
      </p:sp>
    </p:spTree>
    <p:extLst>
      <p:ext uri="{BB962C8B-B14F-4D97-AF65-F5344CB8AC3E}">
        <p14:creationId xmlns:p14="http://schemas.microsoft.com/office/powerpoint/2010/main" val="38623179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068779" y="161503"/>
            <a:ext cx="8970571" cy="1325563"/>
          </a:xfrm>
        </p:spPr>
        <p:txBody>
          <a:bodyPr/>
          <a:lstStyle/>
          <a:p>
            <a:r>
              <a:rPr kumimoji="1" lang="en-US" altLang="ja-JP" dirty="0"/>
              <a:t>Who</a:t>
            </a:r>
            <a:r>
              <a:rPr lang="ja-JP" altLang="en-US" dirty="0"/>
              <a:t> </a:t>
            </a:r>
            <a:r>
              <a:rPr lang="en-US" altLang="ja-JP" dirty="0"/>
              <a:t>is</a:t>
            </a:r>
            <a:endParaRPr kumimoji="1" lang="ja-JP" altLang="en-US" dirty="0"/>
          </a:p>
        </p:txBody>
      </p:sp>
      <p:sp>
        <p:nvSpPr>
          <p:cNvPr id="3" name="コンテンツ プレースホルダー 2"/>
          <p:cNvSpPr>
            <a:spLocks noGrp="1"/>
          </p:cNvSpPr>
          <p:nvPr>
            <p:ph idx="1"/>
          </p:nvPr>
        </p:nvSpPr>
        <p:spPr>
          <a:xfrm>
            <a:off x="1068779" y="1447536"/>
            <a:ext cx="8970571" cy="3953480"/>
          </a:xfrm>
        </p:spPr>
        <p:txBody>
          <a:bodyPr/>
          <a:lstStyle/>
          <a:p>
            <a:r>
              <a:rPr kumimoji="1" lang="en-US" altLang="ja-JP" dirty="0"/>
              <a:t>IP</a:t>
            </a:r>
            <a:r>
              <a:rPr kumimoji="1" lang="ja-JP" altLang="en-US" dirty="0"/>
              <a:t>アドレスから，所属組織が分かる</a:t>
            </a:r>
            <a:endParaRPr kumimoji="1" lang="en-US" altLang="ja-JP" dirty="0"/>
          </a:p>
          <a:p>
            <a:pPr lvl="1"/>
            <a:r>
              <a:rPr kumimoji="1" lang="ja-JP" altLang="en-US" dirty="0"/>
              <a:t>スマホなら，キャリアが分かる</a:t>
            </a:r>
          </a:p>
        </p:txBody>
      </p:sp>
      <p:pic>
        <p:nvPicPr>
          <p:cNvPr id="5" name="図 4"/>
          <p:cNvPicPr>
            <a:picLocks noChangeAspect="1"/>
          </p:cNvPicPr>
          <p:nvPr/>
        </p:nvPicPr>
        <p:blipFill>
          <a:blip r:embed="rId2"/>
          <a:stretch>
            <a:fillRect/>
          </a:stretch>
        </p:blipFill>
        <p:spPr>
          <a:xfrm>
            <a:off x="1665387" y="2643612"/>
            <a:ext cx="3686741" cy="1858357"/>
          </a:xfrm>
          <a:prstGeom prst="rect">
            <a:avLst/>
          </a:prstGeom>
        </p:spPr>
      </p:pic>
      <p:pic>
        <p:nvPicPr>
          <p:cNvPr id="6" name="図 5"/>
          <p:cNvPicPr>
            <a:picLocks noChangeAspect="1"/>
          </p:cNvPicPr>
          <p:nvPr/>
        </p:nvPicPr>
        <p:blipFill>
          <a:blip r:embed="rId3"/>
          <a:stretch>
            <a:fillRect/>
          </a:stretch>
        </p:blipFill>
        <p:spPr>
          <a:xfrm>
            <a:off x="5591044" y="2612057"/>
            <a:ext cx="5076957" cy="3779822"/>
          </a:xfrm>
          <a:prstGeom prst="rect">
            <a:avLst/>
          </a:prstGeom>
        </p:spPr>
      </p:pic>
    </p:spTree>
    <p:extLst>
      <p:ext uri="{BB962C8B-B14F-4D97-AF65-F5344CB8AC3E}">
        <p14:creationId xmlns:p14="http://schemas.microsoft.com/office/powerpoint/2010/main" val="5414708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94DB00-7CA0-60D2-C8F2-11A4640BBF98}"/>
              </a:ext>
            </a:extLst>
          </p:cNvPr>
          <p:cNvSpPr>
            <a:spLocks noGrp="1"/>
          </p:cNvSpPr>
          <p:nvPr>
            <p:ph type="title"/>
          </p:nvPr>
        </p:nvSpPr>
        <p:spPr/>
        <p:txBody>
          <a:bodyPr/>
          <a:lstStyle/>
          <a:p>
            <a:r>
              <a:rPr kumimoji="1" lang="ja-JP" altLang="en-US"/>
              <a:t>練習：</a:t>
            </a:r>
            <a:r>
              <a:rPr kumimoji="1" lang="en-US" altLang="ja-JP" dirty="0"/>
              <a:t>IP</a:t>
            </a:r>
            <a:r>
              <a:rPr kumimoji="1" lang="ja-JP" altLang="en-US"/>
              <a:t>アドレスを確認してみましょう</a:t>
            </a:r>
          </a:p>
        </p:txBody>
      </p:sp>
      <p:sp>
        <p:nvSpPr>
          <p:cNvPr id="3" name="コンテンツ プレースホルダー 2">
            <a:extLst>
              <a:ext uri="{FF2B5EF4-FFF2-40B4-BE49-F238E27FC236}">
                <a16:creationId xmlns:a16="http://schemas.microsoft.com/office/drawing/2014/main" id="{1041948C-F9C9-3E1B-F6B2-8AD5E234DAEB}"/>
              </a:ext>
            </a:extLst>
          </p:cNvPr>
          <p:cNvSpPr>
            <a:spLocks noGrp="1"/>
          </p:cNvSpPr>
          <p:nvPr>
            <p:ph idx="1"/>
          </p:nvPr>
        </p:nvSpPr>
        <p:spPr/>
        <p:txBody>
          <a:bodyPr/>
          <a:lstStyle/>
          <a:p>
            <a:r>
              <a:rPr kumimoji="1" lang="en-US" altLang="ja-JP" dirty="0" err="1"/>
              <a:t>WHOis</a:t>
            </a:r>
            <a:r>
              <a:rPr kumimoji="1" lang="ja-JP" altLang="en-US"/>
              <a:t>にアクセスして、自分の</a:t>
            </a:r>
            <a:r>
              <a:rPr kumimoji="1" lang="en-US" altLang="ja-JP" dirty="0"/>
              <a:t>IP</a:t>
            </a:r>
            <a:r>
              <a:rPr kumimoji="1" lang="ja-JP" altLang="en-US"/>
              <a:t>アドレスを確認してみましょう</a:t>
            </a:r>
            <a:endParaRPr lang="en-US" altLang="ja-JP" dirty="0"/>
          </a:p>
          <a:p>
            <a:r>
              <a:rPr kumimoji="1" lang="en-US" altLang="ja-JP" dirty="0"/>
              <a:t>Edge</a:t>
            </a:r>
            <a:r>
              <a:rPr kumimoji="1" lang="ja-JP" altLang="en-US"/>
              <a:t>から「</a:t>
            </a:r>
            <a:r>
              <a:rPr kumimoji="1" lang="en-US" altLang="ja-JP" dirty="0"/>
              <a:t>IP</a:t>
            </a:r>
            <a:r>
              <a:rPr kumimoji="1" lang="ja-JP" altLang="en-US"/>
              <a:t>アドレス　確認」で検索してみてください</a:t>
            </a:r>
            <a:br>
              <a:rPr kumimoji="1" lang="en-US" altLang="ja-JP" dirty="0"/>
            </a:br>
            <a:r>
              <a:rPr kumimoji="1" lang="en-US" altLang="ja-JP" dirty="0"/>
              <a:t>IP</a:t>
            </a:r>
            <a:r>
              <a:rPr kumimoji="1" lang="ja-JP" altLang="en-US"/>
              <a:t>アドレス（グローバル</a:t>
            </a:r>
            <a:r>
              <a:rPr kumimoji="1" lang="en-US" altLang="ja-JP" dirty="0"/>
              <a:t>ID</a:t>
            </a:r>
            <a:r>
              <a:rPr kumimoji="1" lang="ja-JP" altLang="en-US"/>
              <a:t>）を確認してみましょう</a:t>
            </a:r>
            <a:endParaRPr kumimoji="1" lang="en-US" altLang="ja-JP" dirty="0"/>
          </a:p>
          <a:p>
            <a:endParaRPr lang="en-US" altLang="ja-JP" dirty="0"/>
          </a:p>
          <a:p>
            <a:r>
              <a:rPr kumimoji="1" lang="ja-JP" altLang="en-US"/>
              <a:t>隣の人と同じ？違う？確認してみましょう</a:t>
            </a:r>
            <a:endParaRPr kumimoji="1" lang="en-US" altLang="ja-JP" dirty="0"/>
          </a:p>
        </p:txBody>
      </p:sp>
    </p:spTree>
    <p:extLst>
      <p:ext uri="{BB962C8B-B14F-4D97-AF65-F5344CB8AC3E}">
        <p14:creationId xmlns:p14="http://schemas.microsoft.com/office/powerpoint/2010/main" val="28262267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22" name="Group 15"/>
          <p:cNvGrpSpPr>
            <a:grpSpLocks/>
          </p:cNvGrpSpPr>
          <p:nvPr/>
        </p:nvGrpSpPr>
        <p:grpSpPr bwMode="auto">
          <a:xfrm>
            <a:off x="2855914" y="4941168"/>
            <a:ext cx="6264275" cy="719138"/>
            <a:chOff x="975" y="2251"/>
            <a:chExt cx="3946" cy="453"/>
          </a:xfrm>
        </p:grpSpPr>
        <p:sp>
          <p:nvSpPr>
            <p:cNvPr id="30754" name="Freeform 16"/>
            <p:cNvSpPr>
              <a:spLocks/>
            </p:cNvSpPr>
            <p:nvPr/>
          </p:nvSpPr>
          <p:spPr bwMode="auto">
            <a:xfrm>
              <a:off x="975" y="2251"/>
              <a:ext cx="3946" cy="453"/>
            </a:xfrm>
            <a:custGeom>
              <a:avLst/>
              <a:gdLst>
                <a:gd name="T0" fmla="*/ 0 w 3946"/>
                <a:gd name="T1" fmla="*/ 453 h 453"/>
                <a:gd name="T2" fmla="*/ 0 w 3946"/>
                <a:gd name="T3" fmla="*/ 0 h 453"/>
                <a:gd name="T4" fmla="*/ 3946 w 3946"/>
                <a:gd name="T5" fmla="*/ 0 h 453"/>
                <a:gd name="T6" fmla="*/ 3946 w 3946"/>
                <a:gd name="T7" fmla="*/ 408 h 453"/>
                <a:gd name="T8" fmla="*/ 0 60000 65536"/>
                <a:gd name="T9" fmla="*/ 0 60000 65536"/>
                <a:gd name="T10" fmla="*/ 0 60000 65536"/>
                <a:gd name="T11" fmla="*/ 0 60000 65536"/>
                <a:gd name="T12" fmla="*/ 0 w 3946"/>
                <a:gd name="T13" fmla="*/ 0 h 453"/>
                <a:gd name="T14" fmla="*/ 3946 w 3946"/>
                <a:gd name="T15" fmla="*/ 453 h 453"/>
              </a:gdLst>
              <a:ahLst/>
              <a:cxnLst>
                <a:cxn ang="T8">
                  <a:pos x="T0" y="T1"/>
                </a:cxn>
                <a:cxn ang="T9">
                  <a:pos x="T2" y="T3"/>
                </a:cxn>
                <a:cxn ang="T10">
                  <a:pos x="T4" y="T5"/>
                </a:cxn>
                <a:cxn ang="T11">
                  <a:pos x="T6" y="T7"/>
                </a:cxn>
              </a:cxnLst>
              <a:rect l="T12" t="T13" r="T14" b="T15"/>
              <a:pathLst>
                <a:path w="3946" h="453">
                  <a:moveTo>
                    <a:pt x="0" y="453"/>
                  </a:moveTo>
                  <a:lnTo>
                    <a:pt x="0" y="0"/>
                  </a:lnTo>
                  <a:lnTo>
                    <a:pt x="3946" y="0"/>
                  </a:lnTo>
                  <a:lnTo>
                    <a:pt x="3946" y="408"/>
                  </a:lnTo>
                </a:path>
              </a:pathLst>
            </a:custGeom>
            <a:noFill/>
            <a:ln w="57150">
              <a:solidFill>
                <a:srgbClr val="000099"/>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mn-ea"/>
                <a:cs typeface="+mn-cs"/>
              </a:endParaRPr>
            </a:p>
          </p:txBody>
        </p:sp>
        <p:sp>
          <p:nvSpPr>
            <p:cNvPr id="30755" name="Line 17"/>
            <p:cNvSpPr>
              <a:spLocks noChangeShapeType="1"/>
            </p:cNvSpPr>
            <p:nvPr/>
          </p:nvSpPr>
          <p:spPr bwMode="auto">
            <a:xfrm>
              <a:off x="1882" y="2251"/>
              <a:ext cx="0" cy="453"/>
            </a:xfrm>
            <a:prstGeom prst="line">
              <a:avLst/>
            </a:prstGeom>
            <a:noFill/>
            <a:ln w="57150">
              <a:solidFill>
                <a:srgbClr val="000099"/>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mn-ea"/>
                <a:cs typeface="+mn-cs"/>
              </a:endParaRPr>
            </a:p>
          </p:txBody>
        </p:sp>
        <p:sp>
          <p:nvSpPr>
            <p:cNvPr id="30756" name="Line 18"/>
            <p:cNvSpPr>
              <a:spLocks noChangeShapeType="1"/>
            </p:cNvSpPr>
            <p:nvPr/>
          </p:nvSpPr>
          <p:spPr bwMode="auto">
            <a:xfrm>
              <a:off x="2925" y="2251"/>
              <a:ext cx="0" cy="453"/>
            </a:xfrm>
            <a:prstGeom prst="line">
              <a:avLst/>
            </a:prstGeom>
            <a:noFill/>
            <a:ln w="57150">
              <a:solidFill>
                <a:srgbClr val="000099"/>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mn-ea"/>
                <a:cs typeface="+mn-cs"/>
              </a:endParaRPr>
            </a:p>
          </p:txBody>
        </p:sp>
        <p:sp>
          <p:nvSpPr>
            <p:cNvPr id="30757" name="Line 19"/>
            <p:cNvSpPr>
              <a:spLocks noChangeShapeType="1"/>
            </p:cNvSpPr>
            <p:nvPr/>
          </p:nvSpPr>
          <p:spPr bwMode="auto">
            <a:xfrm>
              <a:off x="3923" y="2251"/>
              <a:ext cx="0" cy="453"/>
            </a:xfrm>
            <a:prstGeom prst="line">
              <a:avLst/>
            </a:prstGeom>
            <a:noFill/>
            <a:ln w="57150">
              <a:solidFill>
                <a:srgbClr val="000099"/>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mn-ea"/>
                <a:cs typeface="+mn-cs"/>
              </a:endParaRPr>
            </a:p>
          </p:txBody>
        </p:sp>
      </p:grpSp>
      <p:sp>
        <p:nvSpPr>
          <p:cNvPr id="30723" name="Line 21"/>
          <p:cNvSpPr>
            <a:spLocks noChangeShapeType="1"/>
          </p:cNvSpPr>
          <p:nvPr/>
        </p:nvSpPr>
        <p:spPr bwMode="auto">
          <a:xfrm>
            <a:off x="4511675" y="3854450"/>
            <a:ext cx="0" cy="1086718"/>
          </a:xfrm>
          <a:prstGeom prst="line">
            <a:avLst/>
          </a:prstGeom>
          <a:noFill/>
          <a:ln w="57150">
            <a:solidFill>
              <a:srgbClr val="000099"/>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mn-ea"/>
              <a:cs typeface="+mn-cs"/>
            </a:endParaRPr>
          </a:p>
        </p:txBody>
      </p:sp>
      <p:sp>
        <p:nvSpPr>
          <p:cNvPr id="30724" name="Line 22"/>
          <p:cNvSpPr>
            <a:spLocks noChangeShapeType="1"/>
          </p:cNvSpPr>
          <p:nvPr/>
        </p:nvSpPr>
        <p:spPr bwMode="auto">
          <a:xfrm>
            <a:off x="6672263" y="3860800"/>
            <a:ext cx="0" cy="1080368"/>
          </a:xfrm>
          <a:prstGeom prst="line">
            <a:avLst/>
          </a:prstGeom>
          <a:noFill/>
          <a:ln w="57150">
            <a:solidFill>
              <a:srgbClr val="000099"/>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mn-ea"/>
              <a:cs typeface="+mn-cs"/>
            </a:endParaRPr>
          </a:p>
        </p:txBody>
      </p:sp>
      <p:sp>
        <p:nvSpPr>
          <p:cNvPr id="30725" name="Rectangle 2"/>
          <p:cNvSpPr>
            <a:spLocks noGrp="1" noChangeArrowheads="1"/>
          </p:cNvSpPr>
          <p:nvPr>
            <p:ph type="title"/>
          </p:nvPr>
        </p:nvSpPr>
        <p:spPr>
          <a:xfrm>
            <a:off x="695400" y="188913"/>
            <a:ext cx="11449272" cy="850900"/>
          </a:xfrm>
        </p:spPr>
        <p:txBody>
          <a:bodyPr/>
          <a:lstStyle/>
          <a:p>
            <a:r>
              <a:rPr lang="ja-JP" altLang="en-US" dirty="0">
                <a:latin typeface="+mn-ea"/>
                <a:ea typeface="+mn-ea"/>
              </a:rPr>
              <a:t>サーバ</a:t>
            </a:r>
            <a:r>
              <a:rPr lang="ja-JP" altLang="en-US">
                <a:latin typeface="+mn-ea"/>
                <a:ea typeface="+mn-ea"/>
              </a:rPr>
              <a:t>とクライアント</a:t>
            </a:r>
            <a:r>
              <a:rPr lang="en-US" altLang="ja-JP" dirty="0">
                <a:latin typeface="+mn-ea"/>
                <a:ea typeface="+mn-ea"/>
              </a:rPr>
              <a:t>(</a:t>
            </a:r>
            <a:r>
              <a:rPr lang="ja-JP" altLang="en-US">
                <a:latin typeface="+mn-ea"/>
                <a:ea typeface="+mn-ea"/>
              </a:rPr>
              <a:t>復習</a:t>
            </a:r>
            <a:r>
              <a:rPr lang="en-US" altLang="ja-JP" dirty="0">
                <a:latin typeface="+mn-ea"/>
                <a:ea typeface="+mn-ea"/>
              </a:rPr>
              <a:t>)</a:t>
            </a:r>
            <a:endParaRPr lang="ja-JP" altLang="en-US" dirty="0">
              <a:latin typeface="+mn-ea"/>
              <a:ea typeface="+mn-ea"/>
            </a:endParaRPr>
          </a:p>
        </p:txBody>
      </p:sp>
      <p:pic>
        <p:nvPicPr>
          <p:cNvPr id="30726" name="Picture 4" descr="MCj0396916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35413" y="5519019"/>
            <a:ext cx="1223962"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7" name="Picture 5" descr="MCj0396916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51088" y="5519019"/>
            <a:ext cx="1223962"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8" name="Picture 6" descr="MCj0396916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02476" y="5519019"/>
            <a:ext cx="1223963"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9" name="Picture 7" descr="MCj0396916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15363" y="5519019"/>
            <a:ext cx="1223962"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30" name="Picture 8" descr="MCj0396916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91176" y="5519019"/>
            <a:ext cx="1223963"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31" name="Rectangle 9"/>
          <p:cNvSpPr>
            <a:spLocks noGrp="1" noChangeArrowheads="1"/>
          </p:cNvSpPr>
          <p:nvPr>
            <p:ph type="body" idx="1"/>
          </p:nvPr>
        </p:nvSpPr>
        <p:spPr>
          <a:xfrm>
            <a:off x="695400" y="1125538"/>
            <a:ext cx="11089231" cy="4525962"/>
          </a:xfrm>
          <a:noFill/>
        </p:spPr>
        <p:txBody>
          <a:bodyPr/>
          <a:lstStyle/>
          <a:p>
            <a:pPr marL="0" indent="0">
              <a:buNone/>
            </a:pPr>
            <a:r>
              <a:rPr lang="ja-JP" altLang="en-US" dirty="0">
                <a:latin typeface="+mn-ea"/>
              </a:rPr>
              <a:t>ネットワーク上でのサービス機能を専門に処理する「</a:t>
            </a:r>
            <a:r>
              <a:rPr lang="ja-JP" altLang="en-US" b="1" dirty="0">
                <a:solidFill>
                  <a:srgbClr val="FF0000"/>
                </a:solidFill>
                <a:latin typeface="+mn-ea"/>
              </a:rPr>
              <a:t>サーバ</a:t>
            </a:r>
            <a:r>
              <a:rPr lang="ja-JP" altLang="en-US" dirty="0">
                <a:latin typeface="+mn-ea"/>
              </a:rPr>
              <a:t>」とそれを利用する「</a:t>
            </a:r>
            <a:r>
              <a:rPr lang="ja-JP" altLang="en-US" b="1" dirty="0">
                <a:solidFill>
                  <a:srgbClr val="0000FF"/>
                </a:solidFill>
                <a:latin typeface="+mn-ea"/>
              </a:rPr>
              <a:t>クライアント</a:t>
            </a:r>
            <a:r>
              <a:rPr lang="ja-JP" altLang="en-US" dirty="0">
                <a:latin typeface="+mn-ea"/>
              </a:rPr>
              <a:t>」で構成 </a:t>
            </a:r>
          </a:p>
        </p:txBody>
      </p:sp>
      <p:pic>
        <p:nvPicPr>
          <p:cNvPr id="30732" name="Picture 13" descr="j0197438[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67438" y="2781300"/>
            <a:ext cx="919162"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33" name="Picture 14" descr="j0197438[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79876" y="2773363"/>
            <a:ext cx="919163"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34" name="Text Box 24"/>
          <p:cNvSpPr txBox="1">
            <a:spLocks noChangeArrowheads="1"/>
          </p:cNvSpPr>
          <p:nvPr/>
        </p:nvSpPr>
        <p:spPr bwMode="auto">
          <a:xfrm>
            <a:off x="4031333" y="2386835"/>
            <a:ext cx="11525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ja-JP" altLang="en-US" sz="2400" b="0" i="0" u="none" strike="noStrike" kern="1200" cap="none" spc="0" normalizeH="0" baseline="0" noProof="0" dirty="0">
                <a:ln>
                  <a:noFill/>
                </a:ln>
                <a:solidFill>
                  <a:srgbClr val="FF0000"/>
                </a:solidFill>
                <a:effectLst/>
                <a:uLnTx/>
                <a:uFillTx/>
                <a:latin typeface="+mn-ea"/>
                <a:ea typeface="+mn-ea"/>
                <a:cs typeface="+mn-cs"/>
              </a:rPr>
              <a:t>サーバ</a:t>
            </a:r>
          </a:p>
        </p:txBody>
      </p:sp>
      <p:sp>
        <p:nvSpPr>
          <p:cNvPr id="30735" name="Text Box 25"/>
          <p:cNvSpPr txBox="1">
            <a:spLocks noChangeArrowheads="1"/>
          </p:cNvSpPr>
          <p:nvPr/>
        </p:nvSpPr>
        <p:spPr bwMode="auto">
          <a:xfrm>
            <a:off x="6069862" y="2394576"/>
            <a:ext cx="1285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ja-JP" altLang="en-US" sz="2400" b="0" i="0" u="none" strike="noStrike" kern="1200" cap="none" spc="0" normalizeH="0" baseline="0" noProof="0" dirty="0">
                <a:ln>
                  <a:noFill/>
                </a:ln>
                <a:solidFill>
                  <a:srgbClr val="FF0000"/>
                </a:solidFill>
                <a:effectLst/>
                <a:uLnTx/>
                <a:uFillTx/>
                <a:latin typeface="+mn-ea"/>
                <a:ea typeface="+mn-ea"/>
                <a:cs typeface="+mn-cs"/>
              </a:rPr>
              <a:t>サーバ</a:t>
            </a:r>
          </a:p>
        </p:txBody>
      </p:sp>
      <p:sp>
        <p:nvSpPr>
          <p:cNvPr id="30736" name="Text Box 26"/>
          <p:cNvSpPr txBox="1">
            <a:spLocks noChangeArrowheads="1"/>
          </p:cNvSpPr>
          <p:nvPr/>
        </p:nvSpPr>
        <p:spPr bwMode="auto">
          <a:xfrm>
            <a:off x="4840160" y="6396037"/>
            <a:ext cx="2365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ja-JP" altLang="en-US" sz="2400" b="0" i="0" u="none" strike="noStrike" kern="1200" cap="none" spc="0" normalizeH="0" baseline="0" noProof="0" dirty="0">
                <a:ln>
                  <a:noFill/>
                </a:ln>
                <a:solidFill>
                  <a:srgbClr val="0000FF"/>
                </a:solidFill>
                <a:effectLst/>
                <a:uLnTx/>
                <a:uFillTx/>
                <a:latin typeface="+mn-ea"/>
                <a:ea typeface="+mn-ea"/>
                <a:cs typeface="+mn-cs"/>
              </a:rPr>
              <a:t>クライアント</a:t>
            </a:r>
          </a:p>
        </p:txBody>
      </p:sp>
      <p:grpSp>
        <p:nvGrpSpPr>
          <p:cNvPr id="30737" name="Group 27"/>
          <p:cNvGrpSpPr>
            <a:grpSpLocks/>
          </p:cNvGrpSpPr>
          <p:nvPr/>
        </p:nvGrpSpPr>
        <p:grpSpPr bwMode="auto">
          <a:xfrm>
            <a:off x="5095876" y="2786064"/>
            <a:ext cx="1223963" cy="1019175"/>
            <a:chOff x="2608" y="709"/>
            <a:chExt cx="408" cy="339"/>
          </a:xfrm>
        </p:grpSpPr>
        <p:sp>
          <p:nvSpPr>
            <p:cNvPr id="30752" name="Text Box 28"/>
            <p:cNvSpPr txBox="1">
              <a:spLocks noChangeArrowheads="1"/>
            </p:cNvSpPr>
            <p:nvPr/>
          </p:nvSpPr>
          <p:spPr bwMode="auto">
            <a:xfrm>
              <a:off x="2608" y="936"/>
              <a:ext cx="408" cy="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ja-JP" altLang="en-US" sz="1600" b="0" i="0" u="none" strike="noStrike" kern="1200" cap="none" spc="0" normalizeH="0" baseline="0" noProof="0">
                  <a:ln>
                    <a:noFill/>
                  </a:ln>
                  <a:solidFill>
                    <a:srgbClr val="000000"/>
                  </a:solidFill>
                  <a:effectLst/>
                  <a:uLnTx/>
                  <a:uFillTx/>
                  <a:latin typeface="+mn-ea"/>
                  <a:ea typeface="+mn-ea"/>
                  <a:cs typeface="+mn-cs"/>
                </a:rPr>
                <a:t>ファイル</a:t>
              </a:r>
            </a:p>
          </p:txBody>
        </p:sp>
        <p:pic>
          <p:nvPicPr>
            <p:cNvPr id="30753" name="Picture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3" y="709"/>
              <a:ext cx="264"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0738" name="Group 38"/>
          <p:cNvGrpSpPr>
            <a:grpSpLocks/>
          </p:cNvGrpSpPr>
          <p:nvPr/>
        </p:nvGrpSpPr>
        <p:grpSpPr bwMode="auto">
          <a:xfrm>
            <a:off x="3095625" y="2714626"/>
            <a:ext cx="471488" cy="606425"/>
            <a:chOff x="4295" y="1689"/>
            <a:chExt cx="297" cy="382"/>
          </a:xfrm>
        </p:grpSpPr>
        <p:sp>
          <p:nvSpPr>
            <p:cNvPr id="30747" name="Freeform 31"/>
            <p:cNvSpPr>
              <a:spLocks/>
            </p:cNvSpPr>
            <p:nvPr/>
          </p:nvSpPr>
          <p:spPr bwMode="auto">
            <a:xfrm rot="18497367" flipH="1">
              <a:off x="4256" y="1770"/>
              <a:ext cx="382" cy="219"/>
            </a:xfrm>
            <a:custGeom>
              <a:avLst/>
              <a:gdLst>
                <a:gd name="T0" fmla="*/ 0 w 11126"/>
                <a:gd name="T1" fmla="*/ 0 h 6949"/>
                <a:gd name="T2" fmla="*/ 0 w 11126"/>
                <a:gd name="T3" fmla="*/ 0 h 6949"/>
                <a:gd name="T4" fmla="*/ 0 w 11126"/>
                <a:gd name="T5" fmla="*/ 0 h 6949"/>
                <a:gd name="T6" fmla="*/ 0 w 11126"/>
                <a:gd name="T7" fmla="*/ 0 h 6949"/>
                <a:gd name="T8" fmla="*/ 0 w 11126"/>
                <a:gd name="T9" fmla="*/ 0 h 6949"/>
                <a:gd name="T10" fmla="*/ 0 60000 65536"/>
                <a:gd name="T11" fmla="*/ 0 60000 65536"/>
                <a:gd name="T12" fmla="*/ 0 60000 65536"/>
                <a:gd name="T13" fmla="*/ 0 60000 65536"/>
                <a:gd name="T14" fmla="*/ 0 60000 65536"/>
                <a:gd name="T15" fmla="*/ 0 w 11126"/>
                <a:gd name="T16" fmla="*/ 0 h 6949"/>
                <a:gd name="T17" fmla="*/ 11126 w 11126"/>
                <a:gd name="T18" fmla="*/ 6949 h 6949"/>
              </a:gdLst>
              <a:ahLst/>
              <a:cxnLst>
                <a:cxn ang="T10">
                  <a:pos x="T0" y="T1"/>
                </a:cxn>
                <a:cxn ang="T11">
                  <a:pos x="T2" y="T3"/>
                </a:cxn>
                <a:cxn ang="T12">
                  <a:pos x="T4" y="T5"/>
                </a:cxn>
                <a:cxn ang="T13">
                  <a:pos x="T6" y="T7"/>
                </a:cxn>
                <a:cxn ang="T14">
                  <a:pos x="T8" y="T9"/>
                </a:cxn>
              </a:cxnLst>
              <a:rect l="T15" t="T16" r="T17" b="T18"/>
              <a:pathLst>
                <a:path w="11126" h="6949">
                  <a:moveTo>
                    <a:pt x="0" y="5730"/>
                  </a:moveTo>
                  <a:lnTo>
                    <a:pt x="6292" y="0"/>
                  </a:lnTo>
                  <a:lnTo>
                    <a:pt x="11126" y="939"/>
                  </a:lnTo>
                  <a:lnTo>
                    <a:pt x="5594" y="6949"/>
                  </a:lnTo>
                  <a:lnTo>
                    <a:pt x="0" y="57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mn-ea"/>
                <a:cs typeface="+mn-cs"/>
              </a:endParaRPr>
            </a:p>
          </p:txBody>
        </p:sp>
        <p:sp>
          <p:nvSpPr>
            <p:cNvPr id="30748" name="Freeform 32"/>
            <p:cNvSpPr>
              <a:spLocks/>
            </p:cNvSpPr>
            <p:nvPr/>
          </p:nvSpPr>
          <p:spPr bwMode="auto">
            <a:xfrm rot="18497367" flipH="1">
              <a:off x="4451" y="1794"/>
              <a:ext cx="182" cy="101"/>
            </a:xfrm>
            <a:custGeom>
              <a:avLst/>
              <a:gdLst>
                <a:gd name="T0" fmla="*/ 0 w 5313"/>
                <a:gd name="T1" fmla="*/ 0 h 3220"/>
                <a:gd name="T2" fmla="*/ 0 w 5313"/>
                <a:gd name="T3" fmla="*/ 0 h 3220"/>
                <a:gd name="T4" fmla="*/ 0 w 5313"/>
                <a:gd name="T5" fmla="*/ 0 h 3220"/>
                <a:gd name="T6" fmla="*/ 0 w 5313"/>
                <a:gd name="T7" fmla="*/ 0 h 3220"/>
                <a:gd name="T8" fmla="*/ 0 60000 65536"/>
                <a:gd name="T9" fmla="*/ 0 60000 65536"/>
                <a:gd name="T10" fmla="*/ 0 60000 65536"/>
                <a:gd name="T11" fmla="*/ 0 60000 65536"/>
                <a:gd name="T12" fmla="*/ 0 w 5313"/>
                <a:gd name="T13" fmla="*/ 0 h 3220"/>
                <a:gd name="T14" fmla="*/ 5313 w 5313"/>
                <a:gd name="T15" fmla="*/ 3220 h 3220"/>
              </a:gdLst>
              <a:ahLst/>
              <a:cxnLst>
                <a:cxn ang="T8">
                  <a:pos x="T0" y="T1"/>
                </a:cxn>
                <a:cxn ang="T9">
                  <a:pos x="T2" y="T3"/>
                </a:cxn>
                <a:cxn ang="T10">
                  <a:pos x="T4" y="T5"/>
                </a:cxn>
                <a:cxn ang="T11">
                  <a:pos x="T6" y="T7"/>
                </a:cxn>
              </a:cxnLst>
              <a:rect l="T12" t="T13" r="T14" b="T15"/>
              <a:pathLst>
                <a:path w="5313" h="3220">
                  <a:moveTo>
                    <a:pt x="0" y="2115"/>
                  </a:moveTo>
                  <a:lnTo>
                    <a:pt x="5071" y="3220"/>
                  </a:lnTo>
                  <a:lnTo>
                    <a:pt x="5313" y="0"/>
                  </a:lnTo>
                  <a:lnTo>
                    <a:pt x="0" y="2115"/>
                  </a:lnTo>
                  <a:close/>
                </a:path>
              </a:pathLst>
            </a:custGeom>
            <a:solidFill>
              <a:srgbClr val="FFF7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mn-ea"/>
                <a:cs typeface="+mn-cs"/>
              </a:endParaRPr>
            </a:p>
          </p:txBody>
        </p:sp>
        <p:sp>
          <p:nvSpPr>
            <p:cNvPr id="30749" name="Freeform 33"/>
            <p:cNvSpPr>
              <a:spLocks/>
            </p:cNvSpPr>
            <p:nvPr/>
          </p:nvSpPr>
          <p:spPr bwMode="auto">
            <a:xfrm rot="18497367" flipH="1">
              <a:off x="4315" y="1871"/>
              <a:ext cx="174" cy="174"/>
            </a:xfrm>
            <a:custGeom>
              <a:avLst/>
              <a:gdLst>
                <a:gd name="T0" fmla="*/ 0 w 5048"/>
                <a:gd name="T1" fmla="*/ 0 h 5484"/>
                <a:gd name="T2" fmla="*/ 0 w 5048"/>
                <a:gd name="T3" fmla="*/ 0 h 5484"/>
                <a:gd name="T4" fmla="*/ 0 w 5048"/>
                <a:gd name="T5" fmla="*/ 0 h 5484"/>
                <a:gd name="T6" fmla="*/ 0 w 5048"/>
                <a:gd name="T7" fmla="*/ 0 h 5484"/>
                <a:gd name="T8" fmla="*/ 0 w 5048"/>
                <a:gd name="T9" fmla="*/ 0 h 5484"/>
                <a:gd name="T10" fmla="*/ 0 w 5048"/>
                <a:gd name="T11" fmla="*/ 0 h 5484"/>
                <a:gd name="T12" fmla="*/ 0 60000 65536"/>
                <a:gd name="T13" fmla="*/ 0 60000 65536"/>
                <a:gd name="T14" fmla="*/ 0 60000 65536"/>
                <a:gd name="T15" fmla="*/ 0 60000 65536"/>
                <a:gd name="T16" fmla="*/ 0 60000 65536"/>
                <a:gd name="T17" fmla="*/ 0 60000 65536"/>
                <a:gd name="T18" fmla="*/ 0 w 5048"/>
                <a:gd name="T19" fmla="*/ 0 h 5484"/>
                <a:gd name="T20" fmla="*/ 5048 w 5048"/>
                <a:gd name="T21" fmla="*/ 5484 h 5484"/>
              </a:gdLst>
              <a:ahLst/>
              <a:cxnLst>
                <a:cxn ang="T12">
                  <a:pos x="T0" y="T1"/>
                </a:cxn>
                <a:cxn ang="T13">
                  <a:pos x="T2" y="T3"/>
                </a:cxn>
                <a:cxn ang="T14">
                  <a:pos x="T4" y="T5"/>
                </a:cxn>
                <a:cxn ang="T15">
                  <a:pos x="T6" y="T7"/>
                </a:cxn>
                <a:cxn ang="T16">
                  <a:pos x="T8" y="T9"/>
                </a:cxn>
                <a:cxn ang="T17">
                  <a:pos x="T10" y="T11"/>
                </a:cxn>
              </a:cxnLst>
              <a:rect l="T18" t="T19" r="T20" b="T21"/>
              <a:pathLst>
                <a:path w="5048" h="5484">
                  <a:moveTo>
                    <a:pt x="0" y="5484"/>
                  </a:moveTo>
                  <a:lnTo>
                    <a:pt x="5048" y="0"/>
                  </a:lnTo>
                  <a:lnTo>
                    <a:pt x="1117" y="1380"/>
                  </a:lnTo>
                  <a:lnTo>
                    <a:pt x="1205" y="1939"/>
                  </a:lnTo>
                  <a:lnTo>
                    <a:pt x="237" y="2324"/>
                  </a:lnTo>
                  <a:lnTo>
                    <a:pt x="0" y="5484"/>
                  </a:lnTo>
                  <a:close/>
                </a:path>
              </a:pathLst>
            </a:custGeom>
            <a:solidFill>
              <a:srgbClr val="FFF7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mn-ea"/>
                <a:cs typeface="+mn-cs"/>
              </a:endParaRPr>
            </a:p>
          </p:txBody>
        </p:sp>
        <p:sp>
          <p:nvSpPr>
            <p:cNvPr id="30750" name="Freeform 34"/>
            <p:cNvSpPr>
              <a:spLocks/>
            </p:cNvSpPr>
            <p:nvPr/>
          </p:nvSpPr>
          <p:spPr bwMode="auto">
            <a:xfrm rot="18497367" flipH="1">
              <a:off x="4256" y="1882"/>
              <a:ext cx="147" cy="69"/>
            </a:xfrm>
            <a:custGeom>
              <a:avLst/>
              <a:gdLst>
                <a:gd name="T0" fmla="*/ 0 w 4264"/>
                <a:gd name="T1" fmla="*/ 0 h 2204"/>
                <a:gd name="T2" fmla="*/ 0 w 4264"/>
                <a:gd name="T3" fmla="*/ 0 h 2204"/>
                <a:gd name="T4" fmla="*/ 0 w 4264"/>
                <a:gd name="T5" fmla="*/ 0 h 2204"/>
                <a:gd name="T6" fmla="*/ 0 w 4264"/>
                <a:gd name="T7" fmla="*/ 0 h 2204"/>
                <a:gd name="T8" fmla="*/ 0 60000 65536"/>
                <a:gd name="T9" fmla="*/ 0 60000 65536"/>
                <a:gd name="T10" fmla="*/ 0 60000 65536"/>
                <a:gd name="T11" fmla="*/ 0 60000 65536"/>
                <a:gd name="T12" fmla="*/ 0 w 4264"/>
                <a:gd name="T13" fmla="*/ 0 h 2204"/>
                <a:gd name="T14" fmla="*/ 4264 w 4264"/>
                <a:gd name="T15" fmla="*/ 2204 h 2204"/>
              </a:gdLst>
              <a:ahLst/>
              <a:cxnLst>
                <a:cxn ang="T8">
                  <a:pos x="T0" y="T1"/>
                </a:cxn>
                <a:cxn ang="T9">
                  <a:pos x="T2" y="T3"/>
                </a:cxn>
                <a:cxn ang="T10">
                  <a:pos x="T4" y="T5"/>
                </a:cxn>
                <a:cxn ang="T11">
                  <a:pos x="T6" y="T7"/>
                </a:cxn>
              </a:cxnLst>
              <a:rect l="T12" t="T13" r="T14" b="T15"/>
              <a:pathLst>
                <a:path w="4264" h="2204">
                  <a:moveTo>
                    <a:pt x="4264" y="829"/>
                  </a:moveTo>
                  <a:lnTo>
                    <a:pt x="0" y="0"/>
                  </a:lnTo>
                  <a:lnTo>
                    <a:pt x="347" y="2204"/>
                  </a:lnTo>
                  <a:lnTo>
                    <a:pt x="4264" y="829"/>
                  </a:lnTo>
                  <a:close/>
                </a:path>
              </a:pathLst>
            </a:custGeom>
            <a:solidFill>
              <a:srgbClr val="FFF7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mn-ea"/>
                <a:cs typeface="+mn-cs"/>
              </a:endParaRPr>
            </a:p>
          </p:txBody>
        </p:sp>
        <p:sp>
          <p:nvSpPr>
            <p:cNvPr id="30751" name="Freeform 35"/>
            <p:cNvSpPr>
              <a:spLocks/>
            </p:cNvSpPr>
            <p:nvPr/>
          </p:nvSpPr>
          <p:spPr bwMode="auto">
            <a:xfrm rot="18497367" flipH="1">
              <a:off x="4367" y="1732"/>
              <a:ext cx="210" cy="164"/>
            </a:xfrm>
            <a:custGeom>
              <a:avLst/>
              <a:gdLst>
                <a:gd name="T0" fmla="*/ 0 w 6162"/>
                <a:gd name="T1" fmla="*/ 0 h 5216"/>
                <a:gd name="T2" fmla="*/ 0 w 6162"/>
                <a:gd name="T3" fmla="*/ 0 h 5216"/>
                <a:gd name="T4" fmla="*/ 0 w 6162"/>
                <a:gd name="T5" fmla="*/ 0 h 5216"/>
                <a:gd name="T6" fmla="*/ 0 w 6162"/>
                <a:gd name="T7" fmla="*/ 0 h 5216"/>
                <a:gd name="T8" fmla="*/ 0 60000 65536"/>
                <a:gd name="T9" fmla="*/ 0 60000 65536"/>
                <a:gd name="T10" fmla="*/ 0 60000 65536"/>
                <a:gd name="T11" fmla="*/ 0 60000 65536"/>
                <a:gd name="T12" fmla="*/ 0 w 6162"/>
                <a:gd name="T13" fmla="*/ 0 h 5216"/>
                <a:gd name="T14" fmla="*/ 6162 w 6162"/>
                <a:gd name="T15" fmla="*/ 5216 h 5216"/>
              </a:gdLst>
              <a:ahLst/>
              <a:cxnLst>
                <a:cxn ang="T8">
                  <a:pos x="T0" y="T1"/>
                </a:cxn>
                <a:cxn ang="T9">
                  <a:pos x="T2" y="T3"/>
                </a:cxn>
                <a:cxn ang="T10">
                  <a:pos x="T4" y="T5"/>
                </a:cxn>
                <a:cxn ang="T11">
                  <a:pos x="T6" y="T7"/>
                </a:cxn>
              </a:cxnLst>
              <a:rect l="T12" t="T13" r="T14" b="T15"/>
              <a:pathLst>
                <a:path w="6162" h="5216">
                  <a:moveTo>
                    <a:pt x="5728" y="0"/>
                  </a:moveTo>
                  <a:lnTo>
                    <a:pt x="0" y="5216"/>
                  </a:lnTo>
                  <a:lnTo>
                    <a:pt x="6162" y="2762"/>
                  </a:lnTo>
                  <a:lnTo>
                    <a:pt x="5728" y="0"/>
                  </a:lnTo>
                  <a:close/>
                </a:path>
              </a:pathLst>
            </a:custGeom>
            <a:solidFill>
              <a:srgbClr val="FFF7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mn-ea"/>
                <a:cs typeface="+mn-cs"/>
              </a:endParaRPr>
            </a:p>
          </p:txBody>
        </p:sp>
      </p:grpSp>
      <p:sp>
        <p:nvSpPr>
          <p:cNvPr id="30739" name="Text Box 39"/>
          <p:cNvSpPr txBox="1">
            <a:spLocks noChangeArrowheads="1"/>
          </p:cNvSpPr>
          <p:nvPr/>
        </p:nvSpPr>
        <p:spPr bwMode="auto">
          <a:xfrm>
            <a:off x="2814639" y="3219451"/>
            <a:ext cx="12207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ja-JP" altLang="en-US" sz="2400" b="0" i="0" u="none" strike="noStrike" kern="1200" cap="none" spc="0" normalizeH="0" baseline="0" noProof="0">
                <a:ln>
                  <a:noFill/>
                </a:ln>
                <a:solidFill>
                  <a:srgbClr val="000000"/>
                </a:solidFill>
                <a:effectLst/>
                <a:uLnTx/>
                <a:uFillTx/>
                <a:latin typeface="+mn-ea"/>
                <a:ea typeface="+mn-ea"/>
                <a:cs typeface="+mn-cs"/>
              </a:rPr>
              <a:t>メール</a:t>
            </a:r>
          </a:p>
        </p:txBody>
      </p:sp>
      <p:grpSp>
        <p:nvGrpSpPr>
          <p:cNvPr id="5" name="Group 48"/>
          <p:cNvGrpSpPr>
            <a:grpSpLocks/>
          </p:cNvGrpSpPr>
          <p:nvPr/>
        </p:nvGrpSpPr>
        <p:grpSpPr bwMode="auto">
          <a:xfrm>
            <a:off x="3000376" y="4141788"/>
            <a:ext cx="2879725" cy="1079500"/>
            <a:chOff x="930" y="2609"/>
            <a:chExt cx="1814" cy="680"/>
          </a:xfrm>
        </p:grpSpPr>
        <p:sp>
          <p:nvSpPr>
            <p:cNvPr id="30745" name="Freeform 41"/>
            <p:cNvSpPr>
              <a:spLocks/>
            </p:cNvSpPr>
            <p:nvPr/>
          </p:nvSpPr>
          <p:spPr bwMode="auto">
            <a:xfrm>
              <a:off x="930" y="2609"/>
              <a:ext cx="1134" cy="680"/>
            </a:xfrm>
            <a:custGeom>
              <a:avLst/>
              <a:gdLst>
                <a:gd name="T0" fmla="*/ 0 w 1043"/>
                <a:gd name="T1" fmla="*/ 680 h 680"/>
                <a:gd name="T2" fmla="*/ 0 w 1043"/>
                <a:gd name="T3" fmla="*/ 272 h 680"/>
                <a:gd name="T4" fmla="*/ 5555 w 1043"/>
                <a:gd name="T5" fmla="*/ 272 h 680"/>
                <a:gd name="T6" fmla="*/ 5555 w 1043"/>
                <a:gd name="T7" fmla="*/ 0 h 680"/>
                <a:gd name="T8" fmla="*/ 0 60000 65536"/>
                <a:gd name="T9" fmla="*/ 0 60000 65536"/>
                <a:gd name="T10" fmla="*/ 0 60000 65536"/>
                <a:gd name="T11" fmla="*/ 0 60000 65536"/>
                <a:gd name="T12" fmla="*/ 0 w 1043"/>
                <a:gd name="T13" fmla="*/ 0 h 680"/>
                <a:gd name="T14" fmla="*/ 1043 w 1043"/>
                <a:gd name="T15" fmla="*/ 680 h 680"/>
              </a:gdLst>
              <a:ahLst/>
              <a:cxnLst>
                <a:cxn ang="T8">
                  <a:pos x="T0" y="T1"/>
                </a:cxn>
                <a:cxn ang="T9">
                  <a:pos x="T2" y="T3"/>
                </a:cxn>
                <a:cxn ang="T10">
                  <a:pos x="T4" y="T5"/>
                </a:cxn>
                <a:cxn ang="T11">
                  <a:pos x="T6" y="T7"/>
                </a:cxn>
              </a:cxnLst>
              <a:rect l="T12" t="T13" r="T14" b="T15"/>
              <a:pathLst>
                <a:path w="1043" h="680">
                  <a:moveTo>
                    <a:pt x="0" y="680"/>
                  </a:moveTo>
                  <a:lnTo>
                    <a:pt x="0" y="272"/>
                  </a:lnTo>
                  <a:lnTo>
                    <a:pt x="1043" y="272"/>
                  </a:lnTo>
                  <a:lnTo>
                    <a:pt x="1043" y="0"/>
                  </a:lnTo>
                </a:path>
              </a:pathLst>
            </a:custGeom>
            <a:noFill/>
            <a:ln w="28575">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mn-ea"/>
                <a:cs typeface="+mn-cs"/>
              </a:endParaRPr>
            </a:p>
          </p:txBody>
        </p:sp>
        <p:sp>
          <p:nvSpPr>
            <p:cNvPr id="30746" name="Text Box 43"/>
            <p:cNvSpPr txBox="1">
              <a:spLocks noChangeArrowheads="1"/>
            </p:cNvSpPr>
            <p:nvPr/>
          </p:nvSpPr>
          <p:spPr bwMode="auto">
            <a:xfrm>
              <a:off x="2109" y="2654"/>
              <a:ext cx="63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ja-JP" altLang="en-US" sz="2400" b="0" i="0" u="none" strike="noStrike" kern="1200" cap="none" spc="0" normalizeH="0" baseline="0" noProof="0" dirty="0">
                  <a:ln>
                    <a:noFill/>
                  </a:ln>
                  <a:solidFill>
                    <a:srgbClr val="0000FF"/>
                  </a:solidFill>
                  <a:effectLst/>
                  <a:uLnTx/>
                  <a:uFillTx/>
                  <a:latin typeface="+mn-ea"/>
                  <a:ea typeface="+mn-ea"/>
                  <a:cs typeface="+mn-cs"/>
                </a:rPr>
                <a:t>要求</a:t>
              </a:r>
            </a:p>
          </p:txBody>
        </p:sp>
      </p:grpSp>
      <p:grpSp>
        <p:nvGrpSpPr>
          <p:cNvPr id="6" name="Group 47"/>
          <p:cNvGrpSpPr>
            <a:grpSpLocks/>
          </p:cNvGrpSpPr>
          <p:nvPr/>
        </p:nvGrpSpPr>
        <p:grpSpPr bwMode="auto">
          <a:xfrm>
            <a:off x="1782763" y="3910012"/>
            <a:ext cx="2513012" cy="1311275"/>
            <a:chOff x="163" y="2463"/>
            <a:chExt cx="1583" cy="826"/>
          </a:xfrm>
        </p:grpSpPr>
        <p:sp>
          <p:nvSpPr>
            <p:cNvPr id="30743" name="Freeform 42"/>
            <p:cNvSpPr>
              <a:spLocks/>
            </p:cNvSpPr>
            <p:nvPr/>
          </p:nvSpPr>
          <p:spPr bwMode="auto">
            <a:xfrm>
              <a:off x="703" y="2600"/>
              <a:ext cx="1043" cy="689"/>
            </a:xfrm>
            <a:custGeom>
              <a:avLst/>
              <a:gdLst>
                <a:gd name="T0" fmla="*/ 0 w 1134"/>
                <a:gd name="T1" fmla="*/ 689 h 689"/>
                <a:gd name="T2" fmla="*/ 0 w 1134"/>
                <a:gd name="T3" fmla="*/ 199 h 689"/>
                <a:gd name="T4" fmla="*/ 1134 w 1134"/>
                <a:gd name="T5" fmla="*/ 199 h 689"/>
                <a:gd name="T6" fmla="*/ 1134 w 1134"/>
                <a:gd name="T7" fmla="*/ 0 h 689"/>
                <a:gd name="T8" fmla="*/ 0 60000 65536"/>
                <a:gd name="T9" fmla="*/ 0 60000 65536"/>
                <a:gd name="T10" fmla="*/ 0 60000 65536"/>
                <a:gd name="T11" fmla="*/ 0 60000 65536"/>
                <a:gd name="T12" fmla="*/ 0 w 1134"/>
                <a:gd name="T13" fmla="*/ 0 h 689"/>
                <a:gd name="T14" fmla="*/ 1134 w 1134"/>
                <a:gd name="T15" fmla="*/ 689 h 689"/>
              </a:gdLst>
              <a:ahLst/>
              <a:cxnLst>
                <a:cxn ang="T8">
                  <a:pos x="T0" y="T1"/>
                </a:cxn>
                <a:cxn ang="T9">
                  <a:pos x="T2" y="T3"/>
                </a:cxn>
                <a:cxn ang="T10">
                  <a:pos x="T4" y="T5"/>
                </a:cxn>
                <a:cxn ang="T11">
                  <a:pos x="T6" y="T7"/>
                </a:cxn>
              </a:cxnLst>
              <a:rect l="T12" t="T13" r="T14" b="T15"/>
              <a:pathLst>
                <a:path w="1134" h="689">
                  <a:moveTo>
                    <a:pt x="0" y="689"/>
                  </a:moveTo>
                  <a:lnTo>
                    <a:pt x="0" y="199"/>
                  </a:lnTo>
                  <a:lnTo>
                    <a:pt x="1134" y="199"/>
                  </a:lnTo>
                  <a:lnTo>
                    <a:pt x="1134" y="0"/>
                  </a:lnTo>
                </a:path>
              </a:pathLst>
            </a:custGeom>
            <a:noFill/>
            <a:ln w="2857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mn-ea"/>
                <a:cs typeface="+mn-cs"/>
              </a:endParaRPr>
            </a:p>
          </p:txBody>
        </p:sp>
        <p:sp>
          <p:nvSpPr>
            <p:cNvPr id="30744" name="Text Box 44"/>
            <p:cNvSpPr txBox="1">
              <a:spLocks noChangeArrowheads="1"/>
            </p:cNvSpPr>
            <p:nvPr/>
          </p:nvSpPr>
          <p:spPr bwMode="auto">
            <a:xfrm>
              <a:off x="163" y="2463"/>
              <a:ext cx="148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ja-JP" altLang="en-US" sz="2400" b="0" i="0" u="none" strike="noStrike" kern="1200" cap="none" spc="0" normalizeH="0" baseline="0" noProof="0" dirty="0">
                  <a:ln>
                    <a:noFill/>
                  </a:ln>
                  <a:solidFill>
                    <a:srgbClr val="FF0000"/>
                  </a:solidFill>
                  <a:effectLst/>
                  <a:uLnTx/>
                  <a:uFillTx/>
                  <a:latin typeface="+mn-ea"/>
                  <a:ea typeface="+mn-ea"/>
                  <a:cs typeface="+mn-cs"/>
                </a:rPr>
                <a:t>サービスの提供</a:t>
              </a:r>
            </a:p>
          </p:txBody>
        </p:sp>
      </p:grpSp>
    </p:spTree>
    <p:extLst>
      <p:ext uri="{BB962C8B-B14F-4D97-AF65-F5344CB8AC3E}">
        <p14:creationId xmlns:p14="http://schemas.microsoft.com/office/powerpoint/2010/main" val="12339327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20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094282" y="365127"/>
            <a:ext cx="9419809" cy="1325563"/>
          </a:xfrm>
        </p:spPr>
        <p:txBody>
          <a:bodyPr/>
          <a:lstStyle/>
          <a:p>
            <a:r>
              <a:rPr kumimoji="1" lang="ja-JP" altLang="en-US" dirty="0"/>
              <a:t>ネットワーク上のサーバ（サービス）</a:t>
            </a:r>
          </a:p>
        </p:txBody>
      </p:sp>
      <p:sp>
        <p:nvSpPr>
          <p:cNvPr id="3" name="コンテンツ プレースホルダー 2"/>
          <p:cNvSpPr>
            <a:spLocks noGrp="1"/>
          </p:cNvSpPr>
          <p:nvPr>
            <p:ph idx="1"/>
          </p:nvPr>
        </p:nvSpPr>
        <p:spPr>
          <a:xfrm>
            <a:off x="1094283" y="1578279"/>
            <a:ext cx="9800696" cy="5035463"/>
          </a:xfrm>
        </p:spPr>
        <p:txBody>
          <a:bodyPr>
            <a:noAutofit/>
          </a:bodyPr>
          <a:lstStyle/>
          <a:p>
            <a:pPr>
              <a:lnSpc>
                <a:spcPct val="150000"/>
              </a:lnSpc>
            </a:pPr>
            <a:r>
              <a:rPr lang="en-US" altLang="ja-JP" sz="3200" dirty="0"/>
              <a:t>Web</a:t>
            </a:r>
            <a:r>
              <a:rPr lang="ja-JP" altLang="en-US" sz="3200"/>
              <a:t>サーバ：企業や学校の</a:t>
            </a:r>
            <a:r>
              <a:rPr lang="en-US" altLang="ja-JP" sz="3200" dirty="0"/>
              <a:t>HP</a:t>
            </a:r>
          </a:p>
          <a:p>
            <a:pPr>
              <a:lnSpc>
                <a:spcPct val="150000"/>
              </a:lnSpc>
            </a:pPr>
            <a:r>
              <a:rPr lang="ja-JP" altLang="en-US" sz="3200" dirty="0"/>
              <a:t>ファイルサーバ（</a:t>
            </a:r>
            <a:r>
              <a:rPr lang="ja-JP" altLang="en-US" sz="3200"/>
              <a:t>クラウドサーバ）：ファイルの保存・共有</a:t>
            </a:r>
            <a:endParaRPr lang="en-US" altLang="ja-JP" sz="3200" dirty="0"/>
          </a:p>
          <a:p>
            <a:pPr>
              <a:lnSpc>
                <a:spcPct val="150000"/>
              </a:lnSpc>
            </a:pPr>
            <a:r>
              <a:rPr lang="ja-JP" altLang="en-US" sz="3200"/>
              <a:t>メールサーバ：</a:t>
            </a:r>
            <a:r>
              <a:rPr lang="en-US" altLang="ja-JP" sz="3200" dirty="0"/>
              <a:t>Gmail</a:t>
            </a:r>
            <a:r>
              <a:rPr lang="ja-JP" altLang="en-US" sz="3200"/>
              <a:t>など</a:t>
            </a:r>
            <a:endParaRPr lang="en-US" altLang="ja-JP" sz="1100" dirty="0"/>
          </a:p>
          <a:p>
            <a:pPr>
              <a:lnSpc>
                <a:spcPct val="150000"/>
              </a:lnSpc>
            </a:pPr>
            <a:r>
              <a:rPr lang="ja-JP" altLang="en-US" sz="3200"/>
              <a:t>データベースサーバ：データの保存・検索</a:t>
            </a:r>
            <a:endParaRPr lang="en-US" altLang="ja-JP" sz="3200" dirty="0"/>
          </a:p>
          <a:p>
            <a:pPr>
              <a:lnSpc>
                <a:spcPct val="150000"/>
              </a:lnSpc>
            </a:pPr>
            <a:r>
              <a:rPr lang="ja-JP" altLang="en-US" sz="3200"/>
              <a:t>アプリケーションサーバ：クレカの決済処理など</a:t>
            </a:r>
            <a:endParaRPr lang="en-US" altLang="ja-JP" sz="3200" dirty="0"/>
          </a:p>
          <a:p>
            <a:pPr>
              <a:lnSpc>
                <a:spcPct val="150000"/>
              </a:lnSpc>
            </a:pPr>
            <a:r>
              <a:rPr lang="en-US" altLang="ja-JP" sz="3200" dirty="0"/>
              <a:t>DNS</a:t>
            </a:r>
            <a:r>
              <a:rPr lang="ja-JP" altLang="en-US" sz="3200"/>
              <a:t>サーバ：ドメインを</a:t>
            </a:r>
            <a:r>
              <a:rPr lang="en-US" altLang="ja-JP" sz="3200" dirty="0"/>
              <a:t>IP</a:t>
            </a:r>
            <a:r>
              <a:rPr lang="ja-JP" altLang="en-US" sz="3200"/>
              <a:t>アドレスに変換する</a:t>
            </a:r>
            <a:endParaRPr lang="ja-JP" altLang="en-US" sz="3200" dirty="0"/>
          </a:p>
        </p:txBody>
      </p:sp>
    </p:spTree>
    <p:extLst>
      <p:ext uri="{BB962C8B-B14F-4D97-AF65-F5344CB8AC3E}">
        <p14:creationId xmlns:p14="http://schemas.microsoft.com/office/powerpoint/2010/main" val="1151267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4F1DA-795F-E4CC-95B3-4444A4361BF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29176D3-329A-2373-F0C3-281DE32D5CAB}"/>
              </a:ext>
            </a:extLst>
          </p:cNvPr>
          <p:cNvSpPr>
            <a:spLocks noGrp="1"/>
          </p:cNvSpPr>
          <p:nvPr>
            <p:ph type="title"/>
          </p:nvPr>
        </p:nvSpPr>
        <p:spPr/>
        <p:txBody>
          <a:bodyPr/>
          <a:lstStyle/>
          <a:p>
            <a:r>
              <a:rPr kumimoji="1" lang="ja-JP" altLang="en-US"/>
              <a:t>練習：</a:t>
            </a:r>
            <a:r>
              <a:rPr lang="en-US" altLang="ja-JP" dirty="0"/>
              <a:t>DNS</a:t>
            </a:r>
            <a:r>
              <a:rPr lang="ja-JP" altLang="en-US"/>
              <a:t>サーバを体験してみましょう</a:t>
            </a:r>
            <a:endParaRPr kumimoji="1" lang="ja-JP" altLang="en-US"/>
          </a:p>
        </p:txBody>
      </p:sp>
      <p:sp>
        <p:nvSpPr>
          <p:cNvPr id="3" name="コンテンツ プレースホルダー 2">
            <a:extLst>
              <a:ext uri="{FF2B5EF4-FFF2-40B4-BE49-F238E27FC236}">
                <a16:creationId xmlns:a16="http://schemas.microsoft.com/office/drawing/2014/main" id="{74414F39-B94C-B557-119A-A26B3F2C82FC}"/>
              </a:ext>
            </a:extLst>
          </p:cNvPr>
          <p:cNvSpPr>
            <a:spLocks noGrp="1"/>
          </p:cNvSpPr>
          <p:nvPr>
            <p:ph idx="1"/>
          </p:nvPr>
        </p:nvSpPr>
        <p:spPr/>
        <p:txBody>
          <a:bodyPr/>
          <a:lstStyle/>
          <a:p>
            <a:r>
              <a:rPr kumimoji="1" lang="en-US" altLang="ja-JP" dirty="0"/>
              <a:t>Windows</a:t>
            </a:r>
            <a:r>
              <a:rPr kumimoji="1" lang="ja-JP" altLang="en-US"/>
              <a:t>キー</a:t>
            </a:r>
            <a:r>
              <a:rPr kumimoji="1" lang="en-US" altLang="ja-JP" dirty="0"/>
              <a:t>      </a:t>
            </a:r>
            <a:r>
              <a:rPr kumimoji="1" lang="ja-JP" altLang="en-US"/>
              <a:t>を押して、</a:t>
            </a:r>
            <a:r>
              <a:rPr lang="ja-JP" altLang="en-US"/>
              <a:t>「</a:t>
            </a:r>
            <a:r>
              <a:rPr lang="en-US" altLang="ja-JP" dirty="0" err="1"/>
              <a:t>cmd</a:t>
            </a:r>
            <a:r>
              <a:rPr lang="ja-JP" altLang="en-US"/>
              <a:t>」を検索</a:t>
            </a:r>
            <a:endParaRPr lang="en-US" altLang="ja-JP" dirty="0"/>
          </a:p>
          <a:p>
            <a:r>
              <a:rPr kumimoji="1" lang="ja-JP" altLang="en-US"/>
              <a:t>コマンドプロンプトを起動しましょう</a:t>
            </a:r>
            <a:endParaRPr kumimoji="1" lang="en-US" altLang="ja-JP" dirty="0"/>
          </a:p>
          <a:p>
            <a:r>
              <a:rPr lang="ja-JP" altLang="en-US"/>
              <a:t>コマンドプロンプトに「</a:t>
            </a:r>
            <a:r>
              <a:rPr lang="en-US" altLang="ja-JP" dirty="0"/>
              <a:t>ping </a:t>
            </a:r>
            <a:r>
              <a:rPr lang="en-US" altLang="ja-JP" dirty="0">
                <a:hlinkClick r:id="rId2"/>
              </a:rPr>
              <a:t>www.google.com</a:t>
            </a:r>
            <a:r>
              <a:rPr lang="ja-JP" altLang="en-US"/>
              <a:t>」と入力して実行してみましょう</a:t>
            </a:r>
            <a:endParaRPr lang="en-US" altLang="ja-JP" dirty="0"/>
          </a:p>
          <a:p>
            <a:endParaRPr kumimoji="1" lang="en-US" altLang="ja-JP" dirty="0"/>
          </a:p>
        </p:txBody>
      </p:sp>
      <p:pic>
        <p:nvPicPr>
          <p:cNvPr id="4" name="図 3">
            <a:extLst>
              <a:ext uri="{FF2B5EF4-FFF2-40B4-BE49-F238E27FC236}">
                <a16:creationId xmlns:a16="http://schemas.microsoft.com/office/drawing/2014/main" id="{AE6404B0-FA1C-B20F-E206-75D8DCA522E9}"/>
              </a:ext>
            </a:extLst>
          </p:cNvPr>
          <p:cNvPicPr>
            <a:picLocks noChangeAspect="1"/>
          </p:cNvPicPr>
          <p:nvPr/>
        </p:nvPicPr>
        <p:blipFill>
          <a:blip r:embed="rId3"/>
          <a:stretch>
            <a:fillRect/>
          </a:stretch>
        </p:blipFill>
        <p:spPr>
          <a:xfrm>
            <a:off x="3105345" y="1845080"/>
            <a:ext cx="427973" cy="387851"/>
          </a:xfrm>
          <a:prstGeom prst="rect">
            <a:avLst/>
          </a:prstGeom>
          <a:ln>
            <a:solidFill>
              <a:schemeClr val="tx1"/>
            </a:solidFill>
          </a:ln>
        </p:spPr>
      </p:pic>
    </p:spTree>
    <p:extLst>
      <p:ext uri="{BB962C8B-B14F-4D97-AF65-F5344CB8AC3E}">
        <p14:creationId xmlns:p14="http://schemas.microsoft.com/office/powerpoint/2010/main" val="19001499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034321" y="239866"/>
            <a:ext cx="9633679" cy="1263257"/>
          </a:xfrm>
        </p:spPr>
        <p:txBody>
          <a:bodyPr>
            <a:normAutofit/>
          </a:bodyPr>
          <a:lstStyle/>
          <a:p>
            <a:pPr>
              <a:lnSpc>
                <a:spcPct val="100000"/>
              </a:lnSpc>
            </a:pPr>
            <a:r>
              <a:rPr kumimoji="1" lang="ja-JP" altLang="en-US" dirty="0"/>
              <a:t>アクセス時に相手サーバに伝わる情報</a:t>
            </a:r>
          </a:p>
        </p:txBody>
      </p:sp>
      <p:sp>
        <p:nvSpPr>
          <p:cNvPr id="3" name="コンテンツ プレースホルダー 2"/>
          <p:cNvSpPr>
            <a:spLocks noGrp="1"/>
          </p:cNvSpPr>
          <p:nvPr>
            <p:ph idx="1"/>
          </p:nvPr>
        </p:nvSpPr>
        <p:spPr>
          <a:xfrm>
            <a:off x="1034321" y="1441456"/>
            <a:ext cx="9325207" cy="5221995"/>
          </a:xfrm>
        </p:spPr>
        <p:txBody>
          <a:bodyPr>
            <a:normAutofit fontScale="85000" lnSpcReduction="20000"/>
          </a:bodyPr>
          <a:lstStyle/>
          <a:p>
            <a:pPr algn="just">
              <a:lnSpc>
                <a:spcPct val="120000"/>
              </a:lnSpc>
            </a:pPr>
            <a:r>
              <a:rPr lang="ja-JP" altLang="en-US" sz="3500" dirty="0"/>
              <a:t>以下については，ほぼ確実に</a:t>
            </a:r>
            <a:endParaRPr lang="en-US" altLang="ja-JP" sz="3500" dirty="0"/>
          </a:p>
          <a:p>
            <a:pPr lvl="1" algn="just">
              <a:lnSpc>
                <a:spcPct val="120000"/>
              </a:lnSpc>
            </a:pPr>
            <a:r>
              <a:rPr lang="en-US" altLang="ja-JP" sz="2600" dirty="0"/>
              <a:t>IP</a:t>
            </a:r>
            <a:r>
              <a:rPr lang="ja-JP" altLang="en-US" sz="2600" dirty="0"/>
              <a:t>アドレス</a:t>
            </a:r>
            <a:endParaRPr lang="en-US" altLang="ja-JP" sz="2600" dirty="0"/>
          </a:p>
          <a:p>
            <a:pPr lvl="2" algn="just">
              <a:lnSpc>
                <a:spcPct val="120000"/>
              </a:lnSpc>
            </a:pPr>
            <a:r>
              <a:rPr lang="ja-JP" altLang="en-US" sz="2200" dirty="0"/>
              <a:t>ただし，イントラネットの代表アドレスの場合も</a:t>
            </a:r>
            <a:endParaRPr lang="en-US" altLang="ja-JP" sz="2200" dirty="0"/>
          </a:p>
          <a:p>
            <a:pPr lvl="2" algn="just">
              <a:lnSpc>
                <a:spcPct val="120000"/>
              </a:lnSpc>
            </a:pPr>
            <a:r>
              <a:rPr lang="ja-JP" altLang="en-US" sz="2200" dirty="0"/>
              <a:t>所属（アクセス元のプロバイダや組織）</a:t>
            </a:r>
            <a:endParaRPr lang="en-US" altLang="ja-JP" sz="2200" dirty="0"/>
          </a:p>
          <a:p>
            <a:pPr lvl="1" algn="just">
              <a:lnSpc>
                <a:spcPct val="120000"/>
              </a:lnSpc>
            </a:pPr>
            <a:r>
              <a:rPr lang="ja-JP" altLang="en-US" sz="2600" dirty="0"/>
              <a:t>利用しているブラウザ</a:t>
            </a:r>
            <a:endParaRPr lang="en-US" altLang="ja-JP" sz="2600" dirty="0"/>
          </a:p>
          <a:p>
            <a:pPr lvl="2" algn="just">
              <a:lnSpc>
                <a:spcPct val="120000"/>
              </a:lnSpc>
            </a:pPr>
            <a:r>
              <a:rPr lang="ja-JP" altLang="en-US" sz="2200" dirty="0"/>
              <a:t>ほぼ利用している機器や</a:t>
            </a:r>
            <a:r>
              <a:rPr lang="en-US" altLang="ja-JP" sz="2200" dirty="0"/>
              <a:t>OS</a:t>
            </a:r>
            <a:r>
              <a:rPr lang="ja-JP" altLang="en-US" sz="2200" dirty="0"/>
              <a:t>が分かる</a:t>
            </a:r>
            <a:endParaRPr lang="en-US" altLang="ja-JP" sz="2200" dirty="0"/>
          </a:p>
          <a:p>
            <a:pPr lvl="1" algn="just">
              <a:lnSpc>
                <a:spcPct val="120000"/>
              </a:lnSpc>
            </a:pPr>
            <a:r>
              <a:rPr lang="ja-JP" altLang="en-US" sz="2600" dirty="0"/>
              <a:t>画面の大きさやブラウザ設定の一部</a:t>
            </a:r>
            <a:endParaRPr lang="en-US" altLang="ja-JP" sz="2600" dirty="0"/>
          </a:p>
          <a:p>
            <a:pPr lvl="4" algn="just">
              <a:lnSpc>
                <a:spcPct val="120000"/>
              </a:lnSpc>
            </a:pPr>
            <a:endParaRPr lang="en-US" altLang="ja-JP" sz="900" dirty="0"/>
          </a:p>
          <a:p>
            <a:pPr algn="just">
              <a:lnSpc>
                <a:spcPct val="120000"/>
              </a:lnSpc>
            </a:pPr>
            <a:r>
              <a:rPr lang="ja-JP" altLang="en-US" sz="3000" dirty="0"/>
              <a:t>許可していれば</a:t>
            </a:r>
            <a:endParaRPr lang="en-US" altLang="ja-JP" sz="3000" dirty="0"/>
          </a:p>
          <a:p>
            <a:pPr lvl="1" algn="just">
              <a:lnSpc>
                <a:spcPct val="120000"/>
              </a:lnSpc>
            </a:pPr>
            <a:r>
              <a:rPr lang="ja-JP" altLang="en-US" sz="2600" dirty="0"/>
              <a:t>位置情報</a:t>
            </a:r>
            <a:endParaRPr lang="en-US" altLang="ja-JP" sz="2600" dirty="0"/>
          </a:p>
          <a:p>
            <a:pPr algn="just">
              <a:lnSpc>
                <a:spcPct val="120000"/>
              </a:lnSpc>
            </a:pPr>
            <a:r>
              <a:rPr lang="ja-JP" altLang="en-US" sz="3000" dirty="0"/>
              <a:t>場合によっては</a:t>
            </a:r>
            <a:endParaRPr lang="en-US" altLang="ja-JP" sz="3000" dirty="0"/>
          </a:p>
          <a:p>
            <a:pPr lvl="1" algn="just">
              <a:lnSpc>
                <a:spcPct val="120000"/>
              </a:lnSpc>
            </a:pPr>
            <a:r>
              <a:rPr lang="en-US" altLang="ja-JP" sz="2600" dirty="0"/>
              <a:t>PC</a:t>
            </a:r>
            <a:r>
              <a:rPr lang="ja-JP" altLang="en-US" sz="2600" dirty="0"/>
              <a:t>設定やウェブページのリンクの設定により「直前に見ていたページ」が</a:t>
            </a:r>
            <a:endParaRPr lang="en-US" altLang="ja-JP" sz="2600" dirty="0"/>
          </a:p>
          <a:p>
            <a:pPr lvl="1"/>
            <a:endParaRPr kumimoji="1" lang="en-US" altLang="ja-JP" dirty="0"/>
          </a:p>
          <a:p>
            <a:pPr lvl="2"/>
            <a:endParaRPr kumimoji="1" lang="ja-JP" altLang="en-US" dirty="0"/>
          </a:p>
        </p:txBody>
      </p:sp>
    </p:spTree>
    <p:extLst>
      <p:ext uri="{BB962C8B-B14F-4D97-AF65-F5344CB8AC3E}">
        <p14:creationId xmlns:p14="http://schemas.microsoft.com/office/powerpoint/2010/main" val="6405860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D26C99-D3E7-D8B0-2C33-669130ABB196}"/>
              </a:ext>
            </a:extLst>
          </p:cNvPr>
          <p:cNvSpPr>
            <a:spLocks noGrp="1"/>
          </p:cNvSpPr>
          <p:nvPr>
            <p:ph type="title"/>
          </p:nvPr>
        </p:nvSpPr>
        <p:spPr/>
        <p:txBody>
          <a:bodyPr/>
          <a:lstStyle/>
          <a:p>
            <a:r>
              <a:rPr lang="ja-JP" altLang="en-US"/>
              <a:t>練習：相手に伝わる情報を確認してみましょう</a:t>
            </a:r>
            <a:endParaRPr kumimoji="1" lang="ja-JP" altLang="en-US"/>
          </a:p>
        </p:txBody>
      </p:sp>
      <p:sp>
        <p:nvSpPr>
          <p:cNvPr id="3" name="コンテンツ プレースホルダー 2">
            <a:extLst>
              <a:ext uri="{FF2B5EF4-FFF2-40B4-BE49-F238E27FC236}">
                <a16:creationId xmlns:a16="http://schemas.microsoft.com/office/drawing/2014/main" id="{9FAD44C5-E87D-BAFF-9D7A-DAB722736136}"/>
              </a:ext>
            </a:extLst>
          </p:cNvPr>
          <p:cNvSpPr>
            <a:spLocks noGrp="1"/>
          </p:cNvSpPr>
          <p:nvPr>
            <p:ph idx="1"/>
          </p:nvPr>
        </p:nvSpPr>
        <p:spPr/>
        <p:txBody>
          <a:bodyPr>
            <a:normAutofit/>
          </a:bodyPr>
          <a:lstStyle/>
          <a:p>
            <a:r>
              <a:rPr kumimoji="1" lang="ja-JP" altLang="en-US" sz="3200"/>
              <a:t>「</a:t>
            </a:r>
            <a:r>
              <a:rPr kumimoji="1" lang="en" altLang="ja-JP" sz="3200" dirty="0"/>
              <a:t>What‘s My Browser</a:t>
            </a:r>
            <a:r>
              <a:rPr kumimoji="1" lang="ja-JP" altLang="en-US" sz="3200"/>
              <a:t>」で検索してみましょう。</a:t>
            </a:r>
            <a:endParaRPr kumimoji="1" lang="en-US" altLang="ja-JP" sz="3200" dirty="0"/>
          </a:p>
          <a:p>
            <a:endParaRPr lang="en-US" altLang="ja-JP" sz="3200" dirty="0"/>
          </a:p>
          <a:p>
            <a:r>
              <a:rPr kumimoji="1" lang="ja-JP" altLang="en-US" sz="3200"/>
              <a:t>相手サーバにどんな情報が伝わっているか確認してみよう</a:t>
            </a:r>
          </a:p>
        </p:txBody>
      </p:sp>
    </p:spTree>
    <p:extLst>
      <p:ext uri="{BB962C8B-B14F-4D97-AF65-F5344CB8AC3E}">
        <p14:creationId xmlns:p14="http://schemas.microsoft.com/office/powerpoint/2010/main" val="30703840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174733" y="365127"/>
            <a:ext cx="8864617" cy="868763"/>
          </a:xfrm>
        </p:spPr>
        <p:txBody>
          <a:bodyPr/>
          <a:lstStyle/>
          <a:p>
            <a:r>
              <a:rPr kumimoji="1" lang="ja-JP" altLang="en-US" dirty="0"/>
              <a:t>位置情報の漏えい</a:t>
            </a:r>
          </a:p>
        </p:txBody>
      </p:sp>
      <p:sp>
        <p:nvSpPr>
          <p:cNvPr id="3" name="コンテンツ プレースホルダー 2"/>
          <p:cNvSpPr>
            <a:spLocks noGrp="1"/>
          </p:cNvSpPr>
          <p:nvPr>
            <p:ph idx="1"/>
          </p:nvPr>
        </p:nvSpPr>
        <p:spPr>
          <a:xfrm>
            <a:off x="1174733" y="1396728"/>
            <a:ext cx="8864617" cy="4943075"/>
          </a:xfrm>
        </p:spPr>
        <p:txBody>
          <a:bodyPr/>
          <a:lstStyle/>
          <a:p>
            <a:r>
              <a:rPr kumimoji="1" lang="ja-JP" altLang="en-US" dirty="0"/>
              <a:t>ブラウザ自体や写真のジオタグから</a:t>
            </a:r>
            <a:endParaRPr kumimoji="1" lang="en-US" altLang="ja-JP" dirty="0"/>
          </a:p>
          <a:p>
            <a:endParaRPr lang="en-US" altLang="ja-JP" sz="2000" dirty="0"/>
          </a:p>
          <a:p>
            <a:r>
              <a:rPr kumimoji="1" lang="ja-JP" altLang="en-US" dirty="0"/>
              <a:t>地図上の位置が（ほぼ）特定可能</a:t>
            </a:r>
          </a:p>
        </p:txBody>
      </p:sp>
      <p:pic>
        <p:nvPicPr>
          <p:cNvPr id="4" name="図 3"/>
          <p:cNvPicPr>
            <a:picLocks noChangeAspect="1"/>
          </p:cNvPicPr>
          <p:nvPr/>
        </p:nvPicPr>
        <p:blipFill>
          <a:blip r:embed="rId2"/>
          <a:stretch>
            <a:fillRect/>
          </a:stretch>
        </p:blipFill>
        <p:spPr>
          <a:xfrm>
            <a:off x="6521514" y="3060201"/>
            <a:ext cx="4495753" cy="3727049"/>
          </a:xfrm>
          <a:prstGeom prst="rect">
            <a:avLst/>
          </a:prstGeom>
        </p:spPr>
      </p:pic>
      <p:pic>
        <p:nvPicPr>
          <p:cNvPr id="5" name="図 4"/>
          <p:cNvPicPr>
            <a:picLocks noChangeAspect="1"/>
          </p:cNvPicPr>
          <p:nvPr/>
        </p:nvPicPr>
        <p:blipFill>
          <a:blip r:embed="rId3"/>
          <a:stretch>
            <a:fillRect/>
          </a:stretch>
        </p:blipFill>
        <p:spPr>
          <a:xfrm>
            <a:off x="1803746" y="3060200"/>
            <a:ext cx="3511794" cy="2480610"/>
          </a:xfrm>
          <a:prstGeom prst="rect">
            <a:avLst/>
          </a:prstGeom>
        </p:spPr>
      </p:pic>
      <p:sp>
        <p:nvSpPr>
          <p:cNvPr id="6" name="右矢印 5"/>
          <p:cNvSpPr/>
          <p:nvPr/>
        </p:nvSpPr>
        <p:spPr>
          <a:xfrm>
            <a:off x="5347298" y="4300506"/>
            <a:ext cx="914400" cy="6246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Tree>
    <p:extLst>
      <p:ext uri="{BB962C8B-B14F-4D97-AF65-F5344CB8AC3E}">
        <p14:creationId xmlns:p14="http://schemas.microsoft.com/office/powerpoint/2010/main" val="20761431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1139252" y="365127"/>
            <a:ext cx="8900098" cy="5811837"/>
          </a:xfrm>
        </p:spPr>
        <p:txBody>
          <a:bodyPr/>
          <a:lstStyle/>
          <a:p>
            <a:r>
              <a:rPr kumimoji="1" lang="en-US" altLang="ja-JP" dirty="0"/>
              <a:t>HTTP</a:t>
            </a:r>
            <a:r>
              <a:rPr kumimoji="1" lang="ja-JP" altLang="en-US" dirty="0"/>
              <a:t>アクセスでサーバに渡される情報</a:t>
            </a:r>
            <a:r>
              <a:rPr lang="ja-JP" altLang="en-US" dirty="0"/>
              <a:t>（の例）</a:t>
            </a:r>
            <a:endParaRPr lang="en-US" altLang="ja-JP" dirty="0"/>
          </a:p>
          <a:p>
            <a:pPr marL="0" indent="0">
              <a:buNone/>
            </a:pPr>
            <a:r>
              <a:rPr lang="en-US" altLang="ja-JP" i="1" dirty="0">
                <a:latin typeface="Times New Roman" panose="02020603050405020304" pitchFamily="18" charset="0"/>
                <a:cs typeface="Times New Roman" panose="02020603050405020304" pitchFamily="18" charset="0"/>
              </a:rPr>
              <a:t>	https://cbt.kango-stat.info/bp/user_chk.php</a:t>
            </a:r>
          </a:p>
          <a:p>
            <a:endParaRPr kumimoji="1" lang="en-US" altLang="ja-JP" dirty="0"/>
          </a:p>
          <a:p>
            <a:endParaRPr lang="en-US" altLang="ja-JP" dirty="0"/>
          </a:p>
          <a:p>
            <a:endParaRPr kumimoji="1" lang="en-US" altLang="ja-JP" dirty="0"/>
          </a:p>
          <a:p>
            <a:endParaRPr kumimoji="1" lang="en-US" altLang="ja-JP" dirty="0"/>
          </a:p>
          <a:p>
            <a:endParaRPr kumimoji="1" lang="en-US" altLang="ja-JP" dirty="0"/>
          </a:p>
          <a:p>
            <a:endParaRPr lang="en-US" altLang="ja-JP" sz="1600" dirty="0"/>
          </a:p>
          <a:p>
            <a:r>
              <a:rPr kumimoji="1" lang="ja-JP" altLang="en-US" dirty="0"/>
              <a:t>位置情報を許可した場合に渡される情報（の例）</a:t>
            </a:r>
            <a:endParaRPr kumimoji="1" lang="en-US" altLang="ja-JP" dirty="0"/>
          </a:p>
          <a:p>
            <a:pPr marL="0" indent="0">
              <a:buNone/>
            </a:pPr>
            <a:r>
              <a:rPr lang="en-US" altLang="ja-JP" i="1" dirty="0">
                <a:latin typeface="Times New Roman" panose="02020603050405020304" pitchFamily="18" charset="0"/>
                <a:cs typeface="Times New Roman" panose="02020603050405020304" pitchFamily="18" charset="0"/>
              </a:rPr>
              <a:t>	https://cbt.kango-stat.info/bp/location.php</a:t>
            </a:r>
          </a:p>
          <a:p>
            <a:endParaRPr kumimoji="1" lang="ja-JP" altLang="en-US" i="1" dirty="0">
              <a:latin typeface="Times New Roman" panose="02020603050405020304" pitchFamily="18" charset="0"/>
              <a:cs typeface="Times New Roman" panose="02020603050405020304" pitchFamily="18" charset="0"/>
            </a:endParaRPr>
          </a:p>
        </p:txBody>
      </p:sp>
      <p:pic>
        <p:nvPicPr>
          <p:cNvPr id="4" name="図 3"/>
          <p:cNvPicPr>
            <a:picLocks noChangeAspect="1"/>
          </p:cNvPicPr>
          <p:nvPr/>
        </p:nvPicPr>
        <p:blipFill>
          <a:blip r:embed="rId2"/>
          <a:stretch>
            <a:fillRect/>
          </a:stretch>
        </p:blipFill>
        <p:spPr>
          <a:xfrm>
            <a:off x="4560601" y="1371600"/>
            <a:ext cx="2057400" cy="2057400"/>
          </a:xfrm>
          <a:prstGeom prst="rect">
            <a:avLst/>
          </a:prstGeom>
        </p:spPr>
      </p:pic>
      <p:pic>
        <p:nvPicPr>
          <p:cNvPr id="5" name="図 4"/>
          <p:cNvPicPr>
            <a:picLocks noChangeAspect="1"/>
          </p:cNvPicPr>
          <p:nvPr/>
        </p:nvPicPr>
        <p:blipFill>
          <a:blip r:embed="rId3"/>
          <a:stretch>
            <a:fillRect/>
          </a:stretch>
        </p:blipFill>
        <p:spPr>
          <a:xfrm>
            <a:off x="9045189" y="4127575"/>
            <a:ext cx="2209409" cy="2209409"/>
          </a:xfrm>
          <a:prstGeom prst="rect">
            <a:avLst/>
          </a:prstGeom>
        </p:spPr>
      </p:pic>
    </p:spTree>
    <p:extLst>
      <p:ext uri="{BB962C8B-B14F-4D97-AF65-F5344CB8AC3E}">
        <p14:creationId xmlns:p14="http://schemas.microsoft.com/office/powerpoint/2010/main" val="42934590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989351" y="136372"/>
            <a:ext cx="9049999" cy="1325563"/>
          </a:xfrm>
        </p:spPr>
        <p:txBody>
          <a:bodyPr/>
          <a:lstStyle/>
          <a:p>
            <a:r>
              <a:rPr kumimoji="1" lang="ja-JP" altLang="en-US" dirty="0"/>
              <a:t>ジオタグ（</a:t>
            </a:r>
            <a:r>
              <a:rPr kumimoji="1" lang="en-US" altLang="ja-JP" dirty="0"/>
              <a:t>jpeg</a:t>
            </a:r>
            <a:r>
              <a:rPr kumimoji="1" lang="ja-JP" altLang="en-US" dirty="0"/>
              <a:t>画像）</a:t>
            </a:r>
          </a:p>
        </p:txBody>
      </p:sp>
      <p:sp>
        <p:nvSpPr>
          <p:cNvPr id="3" name="コンテンツ プレースホルダー 2"/>
          <p:cNvSpPr>
            <a:spLocks noGrp="1"/>
          </p:cNvSpPr>
          <p:nvPr>
            <p:ph idx="1"/>
          </p:nvPr>
        </p:nvSpPr>
        <p:spPr>
          <a:xfrm>
            <a:off x="989351" y="1157729"/>
            <a:ext cx="10418164" cy="4655981"/>
          </a:xfrm>
        </p:spPr>
        <p:txBody>
          <a:bodyPr/>
          <a:lstStyle/>
          <a:p>
            <a:r>
              <a:rPr kumimoji="1" lang="ja-JP" altLang="en-US" dirty="0"/>
              <a:t>スマホ等</a:t>
            </a:r>
            <a:r>
              <a:rPr kumimoji="1" lang="en-US" altLang="ja-JP" dirty="0"/>
              <a:t>GPS</a:t>
            </a:r>
            <a:r>
              <a:rPr kumimoji="1" lang="ja-JP" altLang="en-US" dirty="0"/>
              <a:t>内蔵機器で撮影した写真には撮影場所の</a:t>
            </a:r>
            <a:r>
              <a:rPr kumimoji="1" lang="ja-JP" altLang="en-US"/>
              <a:t>位置情報</a:t>
            </a:r>
            <a:br>
              <a:rPr kumimoji="1" lang="en-US" altLang="ja-JP" dirty="0"/>
            </a:br>
            <a:r>
              <a:rPr kumimoji="1" lang="ja-JP" altLang="en-US"/>
              <a:t>（</a:t>
            </a:r>
            <a:r>
              <a:rPr kumimoji="1" lang="ja-JP" altLang="en-US" dirty="0"/>
              <a:t>ジオタグ）等が付属</a:t>
            </a:r>
            <a:endParaRPr kumimoji="1" lang="en-US" altLang="ja-JP" dirty="0"/>
          </a:p>
          <a:p>
            <a:pPr lvl="1"/>
            <a:r>
              <a:rPr kumimoji="1" lang="en-US" altLang="ja-JP" dirty="0"/>
              <a:t>Windows</a:t>
            </a:r>
            <a:r>
              <a:rPr kumimoji="1" lang="ja-JP" altLang="en-US" dirty="0"/>
              <a:t>では，写真の「プロパティ」，「詳細」で</a:t>
            </a:r>
            <a:endParaRPr kumimoji="1" lang="en-US" altLang="ja-JP" dirty="0"/>
          </a:p>
          <a:p>
            <a:pPr lvl="1"/>
            <a:r>
              <a:rPr kumimoji="1" lang="ja-JP" altLang="en-US" dirty="0"/>
              <a:t>自分で削除可能，</a:t>
            </a:r>
            <a:r>
              <a:rPr kumimoji="1" lang="en-US" altLang="ja-JP" dirty="0"/>
              <a:t>SNS</a:t>
            </a:r>
            <a:r>
              <a:rPr kumimoji="1" lang="ja-JP" altLang="en-US" dirty="0"/>
              <a:t>等ではアップされた写真から自動削除するもの</a:t>
            </a:r>
            <a:r>
              <a:rPr kumimoji="1" lang="ja-JP" altLang="en-US"/>
              <a:t>がほとんど</a:t>
            </a:r>
            <a:br>
              <a:rPr kumimoji="1" lang="en-US" altLang="ja-JP" dirty="0"/>
            </a:br>
            <a:r>
              <a:rPr kumimoji="1" lang="ja-JP" altLang="en-US"/>
              <a:t>（</a:t>
            </a:r>
            <a:r>
              <a:rPr kumimoji="1" lang="ja-JP" altLang="en-US" dirty="0"/>
              <a:t>要確認）</a:t>
            </a:r>
          </a:p>
        </p:txBody>
      </p:sp>
      <p:pic>
        <p:nvPicPr>
          <p:cNvPr id="6" name="図 5"/>
          <p:cNvPicPr>
            <a:picLocks noChangeAspect="1"/>
          </p:cNvPicPr>
          <p:nvPr/>
        </p:nvPicPr>
        <p:blipFill>
          <a:blip r:embed="rId2"/>
          <a:stretch>
            <a:fillRect/>
          </a:stretch>
        </p:blipFill>
        <p:spPr>
          <a:xfrm>
            <a:off x="2776050" y="3269293"/>
            <a:ext cx="2494245" cy="3325660"/>
          </a:xfrm>
          <a:prstGeom prst="rect">
            <a:avLst/>
          </a:prstGeom>
        </p:spPr>
      </p:pic>
      <p:pic>
        <p:nvPicPr>
          <p:cNvPr id="7" name="図 6"/>
          <p:cNvPicPr>
            <a:picLocks noChangeAspect="1"/>
          </p:cNvPicPr>
          <p:nvPr/>
        </p:nvPicPr>
        <p:blipFill rotWithShape="1">
          <a:blip r:embed="rId3"/>
          <a:srcRect t="43947"/>
          <a:stretch/>
        </p:blipFill>
        <p:spPr>
          <a:xfrm>
            <a:off x="5893693" y="3380677"/>
            <a:ext cx="4155514" cy="3214277"/>
          </a:xfrm>
          <a:prstGeom prst="rect">
            <a:avLst/>
          </a:prstGeom>
        </p:spPr>
      </p:pic>
    </p:spTree>
    <p:extLst>
      <p:ext uri="{BB962C8B-B14F-4D97-AF65-F5344CB8AC3E}">
        <p14:creationId xmlns:p14="http://schemas.microsoft.com/office/powerpoint/2010/main" val="35152017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2BAEAE-B96B-50B6-9919-58A15D1CDEF3}"/>
              </a:ext>
            </a:extLst>
          </p:cNvPr>
          <p:cNvSpPr>
            <a:spLocks noGrp="1"/>
          </p:cNvSpPr>
          <p:nvPr>
            <p:ph type="title"/>
          </p:nvPr>
        </p:nvSpPr>
        <p:spPr/>
        <p:txBody>
          <a:bodyPr/>
          <a:lstStyle/>
          <a:p>
            <a:r>
              <a:rPr kumimoji="1" lang="ja-JP" altLang="en-US"/>
              <a:t>練習：ジオタグを確認してみましょう</a:t>
            </a:r>
          </a:p>
        </p:txBody>
      </p:sp>
      <p:sp>
        <p:nvSpPr>
          <p:cNvPr id="3" name="コンテンツ プレースホルダー 2">
            <a:extLst>
              <a:ext uri="{FF2B5EF4-FFF2-40B4-BE49-F238E27FC236}">
                <a16:creationId xmlns:a16="http://schemas.microsoft.com/office/drawing/2014/main" id="{AD40B0E0-9672-62BE-560C-778A2E0CB312}"/>
              </a:ext>
            </a:extLst>
          </p:cNvPr>
          <p:cNvSpPr txBox="1">
            <a:spLocks/>
          </p:cNvSpPr>
          <p:nvPr/>
        </p:nvSpPr>
        <p:spPr>
          <a:xfrm>
            <a:off x="838200" y="1825625"/>
            <a:ext cx="10515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3200" dirty="0">
                <a:hlinkClick r:id="rId2"/>
              </a:rPr>
              <a:t>https://www.dropbox.com/scl/fo/oakhcleotexnkec04ger3/AMC_IP1f7FOyN5L-E8nXoqQ?rlkey=r03uc77anfy12dnq6zvni44fr&amp;st=12ammxkv&amp;e=1&amp;dl=0</a:t>
            </a:r>
            <a:br>
              <a:rPr lang="en-US" altLang="ja-JP" sz="3200" dirty="0"/>
            </a:br>
            <a:r>
              <a:rPr lang="ja-JP" altLang="en-US" sz="3200"/>
              <a:t>から画像をダウンロードしましょう</a:t>
            </a:r>
            <a:endParaRPr lang="en-US" altLang="ja-JP" sz="3200" dirty="0"/>
          </a:p>
          <a:p>
            <a:endParaRPr lang="en-US" altLang="ja-JP" sz="3200" dirty="0"/>
          </a:p>
          <a:p>
            <a:r>
              <a:rPr lang="ja-JP" altLang="en-US" sz="3200"/>
              <a:t>ダウンロードした画像を右クリックして、「プロパティ」，「詳細」を選択しジオタグを確認してみましょう</a:t>
            </a:r>
            <a:endParaRPr lang="en-US" altLang="ja-JP" sz="3200" dirty="0"/>
          </a:p>
        </p:txBody>
      </p:sp>
    </p:spTree>
    <p:extLst>
      <p:ext uri="{BB962C8B-B14F-4D97-AF65-F5344CB8AC3E}">
        <p14:creationId xmlns:p14="http://schemas.microsoft.com/office/powerpoint/2010/main" val="4761503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フィッシングメール（迷惑メール）</a:t>
            </a:r>
          </a:p>
        </p:txBody>
      </p:sp>
      <p:sp>
        <p:nvSpPr>
          <p:cNvPr id="3" name="コンテンツ プレースホルダー 2"/>
          <p:cNvSpPr>
            <a:spLocks noGrp="1"/>
          </p:cNvSpPr>
          <p:nvPr>
            <p:ph idx="1"/>
          </p:nvPr>
        </p:nvSpPr>
        <p:spPr/>
        <p:txBody>
          <a:bodyPr/>
          <a:lstStyle/>
          <a:p>
            <a:endParaRPr kumimoji="1" lang="ja-JP" altLang="en-US" dirty="0"/>
          </a:p>
        </p:txBody>
      </p:sp>
      <p:pic>
        <p:nvPicPr>
          <p:cNvPr id="4" name="図 3"/>
          <p:cNvPicPr>
            <a:picLocks noChangeAspect="1"/>
          </p:cNvPicPr>
          <p:nvPr/>
        </p:nvPicPr>
        <p:blipFill>
          <a:blip r:embed="rId3"/>
          <a:stretch>
            <a:fillRect/>
          </a:stretch>
        </p:blipFill>
        <p:spPr>
          <a:xfrm>
            <a:off x="4539676" y="2795589"/>
            <a:ext cx="5705475" cy="3381375"/>
          </a:xfrm>
          <a:prstGeom prst="rect">
            <a:avLst/>
          </a:prstGeom>
        </p:spPr>
      </p:pic>
      <p:pic>
        <p:nvPicPr>
          <p:cNvPr id="5" name="図 4"/>
          <p:cNvPicPr>
            <a:picLocks noChangeAspect="1"/>
          </p:cNvPicPr>
          <p:nvPr/>
        </p:nvPicPr>
        <p:blipFill>
          <a:blip r:embed="rId4"/>
          <a:stretch>
            <a:fillRect/>
          </a:stretch>
        </p:blipFill>
        <p:spPr>
          <a:xfrm>
            <a:off x="1678247" y="1526506"/>
            <a:ext cx="2462205" cy="5331494"/>
          </a:xfrm>
          <a:prstGeom prst="rect">
            <a:avLst/>
          </a:prstGeom>
          <a:ln>
            <a:solidFill>
              <a:schemeClr val="tx1"/>
            </a:solidFill>
          </a:ln>
        </p:spPr>
      </p:pic>
    </p:spTree>
    <p:extLst>
      <p:ext uri="{BB962C8B-B14F-4D97-AF65-F5344CB8AC3E}">
        <p14:creationId xmlns:p14="http://schemas.microsoft.com/office/powerpoint/2010/main" val="20943452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152650" y="365127"/>
            <a:ext cx="7886700" cy="962633"/>
          </a:xfrm>
        </p:spPr>
        <p:txBody>
          <a:bodyPr>
            <a:noAutofit/>
          </a:bodyPr>
          <a:lstStyle/>
          <a:p>
            <a:pPr algn="just"/>
            <a:r>
              <a:rPr lang="ja-JP" altLang="en-US" sz="3600" dirty="0"/>
              <a:t>ちょっとでも不安を感じたら，信頼できるサイトで確かめましょう</a:t>
            </a:r>
          </a:p>
        </p:txBody>
      </p:sp>
      <p:sp>
        <p:nvSpPr>
          <p:cNvPr id="3" name="コンテンツ プレースホルダー 2"/>
          <p:cNvSpPr>
            <a:spLocks noGrp="1"/>
          </p:cNvSpPr>
          <p:nvPr>
            <p:ph idx="1"/>
          </p:nvPr>
        </p:nvSpPr>
        <p:spPr/>
        <p:txBody>
          <a:bodyPr/>
          <a:lstStyle/>
          <a:p>
            <a:endParaRPr kumimoji="1" lang="ja-JP" altLang="en-US"/>
          </a:p>
        </p:txBody>
      </p:sp>
      <p:pic>
        <p:nvPicPr>
          <p:cNvPr id="4" name="図 3"/>
          <p:cNvPicPr>
            <a:picLocks noChangeAspect="1"/>
          </p:cNvPicPr>
          <p:nvPr/>
        </p:nvPicPr>
        <p:blipFill rotWithShape="1">
          <a:blip r:embed="rId3"/>
          <a:srcRect t="12167"/>
          <a:stretch/>
        </p:blipFill>
        <p:spPr>
          <a:xfrm>
            <a:off x="1524000" y="1825626"/>
            <a:ext cx="9144000" cy="4994585"/>
          </a:xfrm>
          <a:prstGeom prst="rect">
            <a:avLst/>
          </a:prstGeom>
        </p:spPr>
      </p:pic>
      <p:sp>
        <p:nvSpPr>
          <p:cNvPr id="5" name="テキスト ボックス 4"/>
          <p:cNvSpPr txBox="1"/>
          <p:nvPr/>
        </p:nvSpPr>
        <p:spPr>
          <a:xfrm>
            <a:off x="2152650" y="1376637"/>
            <a:ext cx="8392438" cy="400110"/>
          </a:xfrm>
          <a:prstGeom prst="rect">
            <a:avLst/>
          </a:prstGeom>
          <a:noFill/>
        </p:spPr>
        <p:txBody>
          <a:bodyPr wrap="square" rtlCol="0">
            <a:spAutoFit/>
          </a:bodyPr>
          <a:lstStyle/>
          <a:p>
            <a:r>
              <a:rPr lang="ja-JP" altLang="en-US" dirty="0">
                <a:latin typeface="Times New Roman" panose="02020603050405020304" pitchFamily="18" charset="0"/>
                <a:cs typeface="Times New Roman" panose="02020603050405020304" pitchFamily="18" charset="0"/>
              </a:rPr>
              <a:t>一例として</a:t>
            </a:r>
            <a:r>
              <a:rPr lang="ja-JP" altLang="en-US" i="1" dirty="0">
                <a:latin typeface="Times New Roman" panose="02020603050405020304" pitchFamily="18" charset="0"/>
                <a:cs typeface="Times New Roman" panose="02020603050405020304" pitchFamily="18" charset="0"/>
              </a:rPr>
              <a:t>　</a:t>
            </a:r>
            <a:r>
              <a:rPr lang="en-US" altLang="ja-JP" sz="2000" i="1" dirty="0">
                <a:latin typeface="Times New Roman" panose="02020603050405020304" pitchFamily="18" charset="0"/>
                <a:cs typeface="Times New Roman" panose="02020603050405020304" pitchFamily="18" charset="0"/>
              </a:rPr>
              <a:t>https://www.soumu.go.jp/main_sosiki/cybersecurity/kokumin/</a:t>
            </a:r>
            <a:endParaRPr lang="ja-JP" altLang="en-US" sz="20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35570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ネットワーク接続時の注意</a:t>
            </a:r>
          </a:p>
        </p:txBody>
      </p:sp>
      <p:sp>
        <p:nvSpPr>
          <p:cNvPr id="3" name="コンテンツ プレースホルダー 2"/>
          <p:cNvSpPr>
            <a:spLocks noGrp="1"/>
          </p:cNvSpPr>
          <p:nvPr>
            <p:ph idx="1"/>
          </p:nvPr>
        </p:nvSpPr>
        <p:spPr>
          <a:xfrm>
            <a:off x="838200" y="1690689"/>
            <a:ext cx="9201150" cy="4945501"/>
          </a:xfrm>
        </p:spPr>
        <p:txBody>
          <a:bodyPr>
            <a:normAutofit/>
          </a:bodyPr>
          <a:lstStyle/>
          <a:p>
            <a:r>
              <a:rPr kumimoji="1" lang="ja-JP" altLang="en-US" dirty="0"/>
              <a:t>パソコンのセキュリティは当然ですが</a:t>
            </a:r>
            <a:endParaRPr kumimoji="1" lang="en-US" altLang="ja-JP" dirty="0"/>
          </a:p>
          <a:p>
            <a:r>
              <a:rPr kumimoji="1" lang="ja-JP" altLang="en-US" dirty="0"/>
              <a:t>適切なセキュリティ設定を行わないと</a:t>
            </a:r>
            <a:endParaRPr kumimoji="1" lang="en-US" altLang="ja-JP" dirty="0"/>
          </a:p>
          <a:p>
            <a:pPr lvl="4"/>
            <a:endParaRPr kumimoji="1" lang="en-US" altLang="ja-JP" dirty="0"/>
          </a:p>
          <a:p>
            <a:r>
              <a:rPr kumimoji="1" lang="en-US" altLang="ja-JP" dirty="0"/>
              <a:t>Web</a:t>
            </a:r>
            <a:r>
              <a:rPr kumimoji="1" lang="ja-JP" altLang="en-US" dirty="0"/>
              <a:t>カメラ</a:t>
            </a:r>
            <a:endParaRPr kumimoji="1" lang="en-US" altLang="ja-JP" dirty="0"/>
          </a:p>
          <a:p>
            <a:pPr lvl="1"/>
            <a:r>
              <a:rPr lang="ja-JP" altLang="en-US" dirty="0"/>
              <a:t>監視カメラやペット見守り用カメラなどインターネット接続型のカメラ</a:t>
            </a:r>
            <a:endParaRPr lang="en-US" altLang="ja-JP" dirty="0"/>
          </a:p>
          <a:p>
            <a:pPr lvl="2"/>
            <a:r>
              <a:rPr lang="ja-JP" altLang="en-US" dirty="0"/>
              <a:t>第三者にのぞき見される危険性</a:t>
            </a:r>
            <a:endParaRPr lang="en-US" altLang="ja-JP" dirty="0"/>
          </a:p>
          <a:p>
            <a:pPr lvl="4"/>
            <a:endParaRPr lang="en-US" altLang="ja-JP" sz="1200" dirty="0"/>
          </a:p>
          <a:p>
            <a:r>
              <a:rPr kumimoji="1" lang="ja-JP" altLang="en-US" dirty="0"/>
              <a:t>複合機（</a:t>
            </a:r>
            <a:r>
              <a:rPr kumimoji="1" lang="en-US" altLang="ja-JP" dirty="0"/>
              <a:t>FAX</a:t>
            </a:r>
            <a:r>
              <a:rPr kumimoji="1" lang="ja-JP" altLang="en-US" dirty="0"/>
              <a:t>やスキャナ）</a:t>
            </a:r>
            <a:endParaRPr kumimoji="1" lang="en-US" altLang="ja-JP" dirty="0"/>
          </a:p>
          <a:p>
            <a:pPr lvl="2"/>
            <a:r>
              <a:rPr kumimoji="1" lang="ja-JP" altLang="en-US" dirty="0"/>
              <a:t>送受信記録，データが流出する危険性</a:t>
            </a:r>
            <a:endParaRPr kumimoji="1" lang="en-US" altLang="ja-JP" dirty="0"/>
          </a:p>
          <a:p>
            <a:pPr lvl="1"/>
            <a:endParaRPr lang="en-US" altLang="ja-JP" sz="1200" dirty="0"/>
          </a:p>
          <a:p>
            <a:r>
              <a:rPr lang="en-US" altLang="ja-JP" dirty="0"/>
              <a:t>Wi-Fi</a:t>
            </a:r>
            <a:r>
              <a:rPr lang="ja-JP" altLang="en-US" dirty="0"/>
              <a:t>ルーター</a:t>
            </a:r>
            <a:endParaRPr lang="en-US" altLang="ja-JP" dirty="0"/>
          </a:p>
          <a:p>
            <a:pPr lvl="2"/>
            <a:r>
              <a:rPr kumimoji="1" lang="ja-JP" altLang="en-US" dirty="0"/>
              <a:t>ただ乗りや乗っ取り，情報流出の危険性</a:t>
            </a:r>
          </a:p>
        </p:txBody>
      </p:sp>
    </p:spTree>
    <p:extLst>
      <p:ext uri="{BB962C8B-B14F-4D97-AF65-F5344CB8AC3E}">
        <p14:creationId xmlns:p14="http://schemas.microsoft.com/office/powerpoint/2010/main" val="20477888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B1615C-5255-4297-F8B5-0CD00F084C97}"/>
              </a:ext>
            </a:extLst>
          </p:cNvPr>
          <p:cNvSpPr>
            <a:spLocks noGrp="1"/>
          </p:cNvSpPr>
          <p:nvPr>
            <p:ph type="title"/>
          </p:nvPr>
        </p:nvSpPr>
        <p:spPr/>
        <p:txBody>
          <a:bodyPr/>
          <a:lstStyle/>
          <a:p>
            <a:r>
              <a:rPr kumimoji="1" lang="ja-JP" altLang="en-US"/>
              <a:t>まとめ</a:t>
            </a:r>
          </a:p>
        </p:txBody>
      </p:sp>
      <p:sp>
        <p:nvSpPr>
          <p:cNvPr id="4" name="テキスト ボックス 3">
            <a:extLst>
              <a:ext uri="{FF2B5EF4-FFF2-40B4-BE49-F238E27FC236}">
                <a16:creationId xmlns:a16="http://schemas.microsoft.com/office/drawing/2014/main" id="{23CDC9D8-4834-D7D9-F142-7796FBFB42F4}"/>
              </a:ext>
            </a:extLst>
          </p:cNvPr>
          <p:cNvSpPr txBox="1"/>
          <p:nvPr/>
        </p:nvSpPr>
        <p:spPr>
          <a:xfrm>
            <a:off x="838200" y="1498060"/>
            <a:ext cx="10515600" cy="4401205"/>
          </a:xfrm>
          <a:prstGeom prst="rect">
            <a:avLst/>
          </a:prstGeom>
          <a:noFill/>
        </p:spPr>
        <p:txBody>
          <a:bodyPr wrap="square" rtlCol="0">
            <a:spAutoFit/>
          </a:bodyPr>
          <a:lstStyle/>
          <a:p>
            <a:pPr marL="457200" indent="-457200">
              <a:buFont typeface="Arial" panose="020B0604020202020204" pitchFamily="34" charset="0"/>
              <a:buChar char="•"/>
            </a:pPr>
            <a:r>
              <a:rPr kumimoji="1" lang="en-US" altLang="ja-JP" sz="2800" dirty="0"/>
              <a:t>IP</a:t>
            </a:r>
            <a:r>
              <a:rPr kumimoji="1" lang="ja-JP" altLang="en-US" sz="2800"/>
              <a:t>アドレス：ネットワーク上の住所</a:t>
            </a:r>
            <a:endParaRPr kumimoji="1" lang="en-US" altLang="ja-JP" sz="2800" dirty="0"/>
          </a:p>
          <a:p>
            <a:pPr marL="457200" indent="-457200">
              <a:buFont typeface="Arial" panose="020B0604020202020204" pitchFamily="34" charset="0"/>
              <a:buChar char="•"/>
            </a:pPr>
            <a:endParaRPr kumimoji="1" lang="en-US" altLang="ja-JP" sz="2800" dirty="0"/>
          </a:p>
          <a:p>
            <a:pPr marL="457200" indent="-457200">
              <a:buFont typeface="Arial" panose="020B0604020202020204" pitchFamily="34" charset="0"/>
              <a:buChar char="•"/>
            </a:pPr>
            <a:r>
              <a:rPr kumimoji="1" lang="ja-JP" altLang="en-US" sz="2800"/>
              <a:t>ドメイン：</a:t>
            </a:r>
            <a:r>
              <a:rPr kumimoji="1" lang="en-US" altLang="ja-JP" sz="2800" dirty="0"/>
              <a:t>IP</a:t>
            </a:r>
            <a:r>
              <a:rPr kumimoji="1" lang="ja-JP" altLang="en-US" sz="2800"/>
              <a:t>アドレスを人間が理解しやすい文字に変換したもの</a:t>
            </a:r>
            <a:endParaRPr kumimoji="1" lang="en-US" altLang="ja-JP" sz="2800" dirty="0"/>
          </a:p>
          <a:p>
            <a:pPr marL="457200" indent="-457200">
              <a:buFont typeface="Arial" panose="020B0604020202020204" pitchFamily="34" charset="0"/>
              <a:buChar char="•"/>
            </a:pPr>
            <a:endParaRPr kumimoji="1" lang="en-US" altLang="ja-JP" sz="2800" dirty="0"/>
          </a:p>
          <a:p>
            <a:pPr marL="457200" indent="-457200">
              <a:buFont typeface="Arial" panose="020B0604020202020204" pitchFamily="34" charset="0"/>
              <a:buChar char="•"/>
            </a:pPr>
            <a:r>
              <a:rPr kumimoji="1" lang="en-US" altLang="ja-JP" sz="2800" dirty="0"/>
              <a:t>DNS</a:t>
            </a:r>
            <a:r>
              <a:rPr kumimoji="1" lang="ja-JP" altLang="en-US" sz="2800"/>
              <a:t>サーバー：ドメインを</a:t>
            </a:r>
            <a:r>
              <a:rPr kumimoji="1" lang="en-US" altLang="ja-JP" sz="2800" dirty="0"/>
              <a:t>IP</a:t>
            </a:r>
            <a:r>
              <a:rPr kumimoji="1" lang="ja-JP" altLang="en-US" sz="2800"/>
              <a:t>アドレスに変換するサーバ</a:t>
            </a:r>
            <a:endParaRPr kumimoji="1" lang="en-US" altLang="ja-JP" sz="2800" dirty="0"/>
          </a:p>
          <a:p>
            <a:pPr marL="457200" indent="-457200">
              <a:buFont typeface="Arial" panose="020B0604020202020204" pitchFamily="34" charset="0"/>
              <a:buChar char="•"/>
            </a:pPr>
            <a:endParaRPr kumimoji="1" lang="en-US" altLang="ja-JP" sz="2800" dirty="0"/>
          </a:p>
          <a:p>
            <a:pPr marL="457200" indent="-457200">
              <a:buFont typeface="Arial" panose="020B0604020202020204" pitchFamily="34" charset="0"/>
              <a:buChar char="•"/>
            </a:pPr>
            <a:r>
              <a:rPr kumimoji="1" lang="ja-JP" altLang="en-US" sz="2800"/>
              <a:t>ジオタグ：スマホ等</a:t>
            </a:r>
            <a:r>
              <a:rPr kumimoji="1" lang="en-US" altLang="ja-JP" sz="2800" dirty="0"/>
              <a:t>GPS</a:t>
            </a:r>
            <a:r>
              <a:rPr kumimoji="1" lang="ja-JP" altLang="en-US" sz="2800"/>
              <a:t>内蔵機器で撮影した写真は位置情報も付与されている</a:t>
            </a:r>
            <a:br>
              <a:rPr kumimoji="1" lang="en-US" altLang="ja-JP" sz="2800" dirty="0"/>
            </a:br>
            <a:endParaRPr kumimoji="1" lang="en-US" altLang="ja-JP" sz="2800" dirty="0"/>
          </a:p>
          <a:p>
            <a:pPr marL="457200" indent="-457200">
              <a:buFont typeface="Arial" panose="020B0604020202020204" pitchFamily="34" charset="0"/>
              <a:buChar char="•"/>
            </a:pPr>
            <a:r>
              <a:rPr kumimoji="1" lang="ja-JP" altLang="en-US" sz="2800"/>
              <a:t>ネットに接続しているということは、相手にも情報を渡している</a:t>
            </a:r>
          </a:p>
        </p:txBody>
      </p:sp>
    </p:spTree>
    <p:extLst>
      <p:ext uri="{BB962C8B-B14F-4D97-AF65-F5344CB8AC3E}">
        <p14:creationId xmlns:p14="http://schemas.microsoft.com/office/powerpoint/2010/main" val="3420616890"/>
      </p:ext>
    </p:extLst>
  </p:cSld>
  <p:clrMapOvr>
    <a:masterClrMapping/>
  </p:clrMapOvr>
</p:sld>
</file>

<file path=ppt/theme/theme1.xml><?xml version="1.0" encoding="utf-8"?>
<a:theme xmlns:a="http://schemas.openxmlformats.org/drawingml/2006/main" name="Office 2013 - 2022 テーマ">
  <a:themeElements>
    <a:clrScheme name="Office 2013 - 2022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ユーザー定義 2">
      <a:majorFont>
        <a:latin typeface="Times New Roman"/>
        <a:ea typeface="Meiryo UI"/>
        <a:cs typeface=""/>
      </a:majorFont>
      <a:minorFont>
        <a:latin typeface="Times New Roman"/>
        <a:ea typeface="Meiryo UI"/>
        <a:cs typeface=""/>
      </a:minorFont>
    </a:fontScheme>
    <a:fmtScheme name="Office 2013 - 2022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4323</TotalTime>
  <Words>3096</Words>
  <Application>Microsoft Macintosh PowerPoint</Application>
  <PresentationFormat>ワイド画面</PresentationFormat>
  <Paragraphs>412</Paragraphs>
  <Slides>48</Slides>
  <Notes>17</Notes>
  <HiddenSlides>2</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48</vt:i4>
      </vt:variant>
    </vt:vector>
  </HeadingPairs>
  <TitlesOfParts>
    <vt:vector size="55" baseType="lpstr">
      <vt:lpstr>HGP創英角ｺﾞｼｯｸUB</vt:lpstr>
      <vt:lpstr>ＭＳ Ｐゴシック</vt:lpstr>
      <vt:lpstr>Arial</vt:lpstr>
      <vt:lpstr>Calibri</vt:lpstr>
      <vt:lpstr>Century</vt:lpstr>
      <vt:lpstr>Times New Roman</vt:lpstr>
      <vt:lpstr>Office 2013 - 2022 テーマ</vt:lpstr>
      <vt:lpstr>情報科学演習</vt:lpstr>
      <vt:lpstr>本科目の目的</vt:lpstr>
      <vt:lpstr>本科目の目標</vt:lpstr>
      <vt:lpstr>本科目の評価</vt:lpstr>
      <vt:lpstr>本日の（最低限の）目標</vt:lpstr>
      <vt:lpstr>資料ファイル等の掲載， 課題ファイル等の提出場所</vt:lpstr>
      <vt:lpstr>コンピュータ操作の基本</vt:lpstr>
      <vt:lpstr>使わないときに</vt:lpstr>
      <vt:lpstr>パソコン側のインターフェイス</vt:lpstr>
      <vt:lpstr>パソコンの主要インターフェイス （コネクタ，ポート）類</vt:lpstr>
      <vt:lpstr>USBのコネクタとポート各種</vt:lpstr>
      <vt:lpstr>その他のコネクタ，ポート類</vt:lpstr>
      <vt:lpstr>入力装置，出力装置</vt:lpstr>
      <vt:lpstr>外部記憶装置，記録メディア</vt:lpstr>
      <vt:lpstr>周辺機器との接続，切断</vt:lpstr>
      <vt:lpstr>キーボード（特殊キー）</vt:lpstr>
      <vt:lpstr>使用するノートPCの場合</vt:lpstr>
      <vt:lpstr>（あまり重要でない）特殊なキー</vt:lpstr>
      <vt:lpstr>キーボード，マウス（タッチパッド）の操作</vt:lpstr>
      <vt:lpstr>キーボード，マウス（タッチパッド）の操作</vt:lpstr>
      <vt:lpstr>練習：キーボードで文字を打ってみましょう</vt:lpstr>
      <vt:lpstr>強制的な電源断，リセット</vt:lpstr>
      <vt:lpstr>アプリケーションレベルのトラブル</vt:lpstr>
      <vt:lpstr>練習：ファイル管理</vt:lpstr>
      <vt:lpstr>PowerPoint プレゼンテーション</vt:lpstr>
      <vt:lpstr>ファイル管理（クラウドとローカル）</vt:lpstr>
      <vt:lpstr>バックアップ</vt:lpstr>
      <vt:lpstr>ファイル名についてのルール</vt:lpstr>
      <vt:lpstr>練習：ファイル名を変更してみましょう</vt:lpstr>
      <vt:lpstr>拡張子の表示</vt:lpstr>
      <vt:lpstr>ネットワークの利用(1)</vt:lpstr>
      <vt:lpstr>基本的なネットワーク構成の例(復習)</vt:lpstr>
      <vt:lpstr>ドメインとIPアドレス（再度）</vt:lpstr>
      <vt:lpstr>Who is</vt:lpstr>
      <vt:lpstr>練習：IPアドレスを確認してみましょう</vt:lpstr>
      <vt:lpstr>サーバとクライアント(復習)</vt:lpstr>
      <vt:lpstr>ネットワーク上のサーバ（サービス）</vt:lpstr>
      <vt:lpstr>練習：DNSサーバを体験してみましょう</vt:lpstr>
      <vt:lpstr>アクセス時に相手サーバに伝わる情報</vt:lpstr>
      <vt:lpstr>練習：相手に伝わる情報を確認してみましょう</vt:lpstr>
      <vt:lpstr>位置情報の漏えい</vt:lpstr>
      <vt:lpstr>PowerPoint プレゼンテーション</vt:lpstr>
      <vt:lpstr>ジオタグ（jpeg画像）</vt:lpstr>
      <vt:lpstr>練習：ジオタグを確認してみましょう</vt:lpstr>
      <vt:lpstr>フィッシングメール（迷惑メール）</vt:lpstr>
      <vt:lpstr>ちょっとでも不安を感じたら，信頼できるサイトで確かめましょう</vt:lpstr>
      <vt:lpstr>ネットワーク接続時の注意</vt:lpstr>
      <vt:lpstr>まとめ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佐伯 圭一郎</dc:creator>
  <cp:lastModifiedBy>Oita-NHS y-okada</cp:lastModifiedBy>
  <cp:revision>77</cp:revision>
  <cp:lastPrinted>2025-07-11T03:24:33Z</cp:lastPrinted>
  <dcterms:created xsi:type="dcterms:W3CDTF">2022-06-30T08:06:12Z</dcterms:created>
  <dcterms:modified xsi:type="dcterms:W3CDTF">2026-07-12T02:03:38Z</dcterms:modified>
</cp:coreProperties>
</file>